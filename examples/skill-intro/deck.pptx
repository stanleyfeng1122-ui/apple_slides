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p:notesSz cx="6858000" cy="9144000"/>
  <p:defaultTextStyle>
    <a:defPPr>
      <a:defRPr lang="en-US" sz="1100">
        <a:solidFill>
          <a:schemeClr val="tx1"/>
        </a:solidFill>
        <a:latin typeface="SF Pro Text"/>
        <a:ea typeface="SF Pro Text"/>
        <a:cs typeface="SF Pro Text"/>
      </a:defRPr>
    </a:defPPr>
    <a:lvl1pPr marL="0" algn="l" defTabSz="457200" rtl="0" eaLnBrk="1" latinLnBrk="0" hangingPunct="1">
      <a:defRPr sz="1100" kern="1200">
        <a:solidFill>
          <a:schemeClr val="tx1"/>
        </a:solidFill>
        <a:latin typeface="SF Pro Text"/>
        <a:ea typeface="SF Pro Text"/>
        <a:cs typeface="SF Pro Text"/>
      </a:defRPr>
    </a:lvl1pPr>
    <a:lvl2pPr marL="457200" algn="l" defTabSz="457200" rtl="0" eaLnBrk="1" latinLnBrk="0" hangingPunct="1">
      <a:defRPr sz="1100" kern="1200">
        <a:solidFill>
          <a:schemeClr val="tx1"/>
        </a:solidFill>
        <a:latin typeface="SF Pro Text"/>
        <a:ea typeface="SF Pro Text"/>
        <a:cs typeface="SF Pro Text"/>
      </a:defRPr>
    </a:lvl2pPr>
    <a:lvl3pPr marL="914400" algn="l" defTabSz="457200" rtl="0" eaLnBrk="1" latinLnBrk="0" hangingPunct="1">
      <a:defRPr sz="1100" kern="1200">
        <a:solidFill>
          <a:schemeClr val="tx1"/>
        </a:solidFill>
        <a:latin typeface="SF Pro Text"/>
        <a:ea typeface="SF Pro Text"/>
        <a:cs typeface="SF Pro Text"/>
      </a:defRPr>
    </a:lvl3pPr>
    <a:lvl4pPr marL="1371600" algn="l" defTabSz="457200" rtl="0" eaLnBrk="1" latinLnBrk="0" hangingPunct="1">
      <a:defRPr sz="1100" kern="1200">
        <a:solidFill>
          <a:schemeClr val="tx1"/>
        </a:solidFill>
        <a:latin typeface="SF Pro Text"/>
        <a:ea typeface="SF Pro Text"/>
        <a:cs typeface="SF Pro Text"/>
      </a:defRPr>
    </a:lvl4pPr>
    <a:lvl5pPr marL="1828800" algn="l" defTabSz="457200" rtl="0" eaLnBrk="1" latinLnBrk="0" hangingPunct="1">
      <a:defRPr sz="1100" kern="1200">
        <a:solidFill>
          <a:schemeClr val="tx1"/>
        </a:solidFill>
        <a:latin typeface="SF Pro Text"/>
        <a:ea typeface="SF Pro Text"/>
        <a:cs typeface="SF Pro Text"/>
      </a:defRPr>
    </a:lvl5pPr>
    <a:lvl6pPr marL="2286000" algn="l" defTabSz="457200" rtl="0" eaLnBrk="1" latinLnBrk="0" hangingPunct="1">
      <a:defRPr sz="1100" kern="1200">
        <a:solidFill>
          <a:schemeClr val="tx1"/>
        </a:solidFill>
        <a:latin typeface="SF Pro Text"/>
        <a:ea typeface="SF Pro Text"/>
        <a:cs typeface="SF Pro Text"/>
      </a:defRPr>
    </a:lvl6pPr>
    <a:lvl7pPr marL="2743200" algn="l" defTabSz="457200" rtl="0" eaLnBrk="1" latinLnBrk="0" hangingPunct="1">
      <a:defRPr sz="1100" kern="1200">
        <a:solidFill>
          <a:schemeClr val="tx1"/>
        </a:solidFill>
        <a:latin typeface="SF Pro Text"/>
        <a:ea typeface="SF Pro Text"/>
        <a:cs typeface="SF Pro Text"/>
      </a:defRPr>
    </a:lvl7pPr>
    <a:lvl8pPr marL="3200400" algn="l" defTabSz="457200" rtl="0" eaLnBrk="1" latinLnBrk="0" hangingPunct="1">
      <a:defRPr sz="1100" kern="1200">
        <a:solidFill>
          <a:schemeClr val="tx1"/>
        </a:solidFill>
        <a:latin typeface="SF Pro Text"/>
        <a:ea typeface="SF Pro Text"/>
        <a:cs typeface="SF Pro Text"/>
      </a:defRPr>
    </a:lvl8pPr>
    <a:lvl9pPr marL="3657600" algn="l" defTabSz="457200" rtl="0" eaLnBrk="1" latinLnBrk="0" hangingPunct="1">
      <a:defRPr sz="1100" kern="1200">
        <a:solidFill>
          <a:schemeClr val="tx1"/>
        </a:solidFill>
        <a:latin typeface="SF Pro Text"/>
        <a:ea typeface="SF Pro Text"/>
        <a:cs typeface="SF Pro Tex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wMode val="factor"/>
          <c:hMode val="factor"/>
          <c:x val="0.06696428571428571"/>
          <c:y val="0.042160087719298245"/>
          <c:w val="0.875"/>
          <c:h val="0.8560855263157895"/>
        </c:manualLayout>
      </c:layout>
      <c:barChart>
        <c:barDir val="col"/>
        <c:grouping val="clustered"/>
        <c:ser>
          <c:idx val="0"/>
          <c:order val="0"/>
          <c:tx>
            <c:strRef>
              <c:f>Sheet1!$B$1</c:f>
              <c:strCache>
                <c:ptCount val="1"/>
                <c:pt idx="0">
                  <c:v>Median words</c:v>
                </c:pt>
              </c:strCache>
            </c:strRef>
          </c:tx>
          <c:spPr>
            <a:solidFill>
              <a:srgbClr val="91BCEB"/>
            </a:solidFill>
            <a:ln>
              <a:noFill/>
            </a:ln>
          </c:spPr>
          <c:dPt>
            <c:idx val="0"/>
            <c:spPr>
              <a:solidFill>
                <a:srgbClr val="91BCEB"/>
              </a:solidFill>
              <a:ln>
                <a:noFill/>
              </a:ln>
            </c:spPr>
          </c:dPt>
          <c:dPt>
            <c:idx val="1"/>
            <c:spPr>
              <a:solidFill>
                <a:srgbClr val="91BCEB"/>
              </a:solidFill>
              <a:ln>
                <a:noFill/>
              </a:ln>
            </c:spPr>
          </c:dPt>
          <c:dPt>
            <c:idx val="2"/>
            <c:spPr>
              <a:solidFill>
                <a:srgbClr val="0071E3"/>
              </a:solidFill>
              <a:ln>
                <a:noFill/>
              </a:ln>
            </c:spPr>
          </c:dPt>
          <c:cat>
            <c:strRef>
              <c:f>Sheet1!$A$2:$A$4</c:f>
              <c:strCache>
                <c:ptCount val="3"/>
                <c:pt idx="0">
                  <c:v>R3</c:v>
                </c:pt>
                <c:pt idx="1">
                  <c:v>R4</c:v>
                </c:pt>
                <c:pt idx="2">
                  <c:v>R5</c:v>
                </c:pt>
              </c:strCache>
            </c:strRef>
          </c:cat>
          <c:val>
            <c:numRef>
              <c:f>Sheet1!$B$2:$B$4</c:f>
              <c:numCache>
                <c:formatCode>General</c:formatCode>
                <c:ptCount val="3"/>
                <c:pt idx="0">
                  <c:v>110.5</c:v>
                </c:pt>
                <c:pt idx="1">
                  <c:v>60</c:v>
                </c:pt>
                <c:pt idx="2">
                  <c:v>45.5</c:v>
                </c:pt>
              </c:numCache>
            </c:numRef>
          </c:val>
        </c:ser>
        <c:dLbls>
          <c:numFmt formatCode="0.0" sourceLinked="0"/>
          <c:txPr>
            <a:bodyPr/>
            <a:lstStyle/>
            <a:p>
              <a:pPr>
                <a:defRPr sz="1100" b="1">
                  <a:solidFill>
                    <a:srgbClr val="3C3C3E"/>
                  </a:solidFill>
                  <a:latin typeface="SF Pro Text"/>
                </a:defRPr>
              </a:pPr>
            </a:p>
          </c:txPr>
          <c:dLblPos val="outEnd"/>
          <c:showLegendKey val="0"/>
          <c:showVal val="1"/>
          <c:showCatName val="0"/>
          <c:showSerName val="0"/>
          <c:showPercent val="0"/>
          <c:showBubbleSize val="0"/>
          <c:showLeaderLines val="1"/>
        </c:dLbls>
        <c:gapWidth val="30"/>
        <c:axId val="-2068027336"/>
        <c:axId val="-2113994440"/>
      </c:barChart>
      <c:catAx>
        <c:axId val="-2068027336"/>
        <c:scaling>
          <c:orientation val="minMax"/>
        </c:scaling>
        <c:delete val="0"/>
        <c:axPos val="b"/>
        <c:majorTickMark val="none"/>
        <c:minorTickMark val="none"/>
        <c:tickLblPos val="nextTo"/>
        <c:spPr>
          <a:ln>
            <a:noFill/>
          </a:ln>
        </c:spPr>
        <c:txPr>
          <a:bodyPr/>
          <a:lstStyle/>
          <a:p>
            <a:pPr>
              <a:defRPr sz="1100">
                <a:solidFill>
                  <a:srgbClr val="3C3C3E"/>
                </a:solidFill>
                <a:latin typeface="SF Pro Text"/>
              </a:defRPr>
            </a:pPr>
          </a:p>
        </c:txPr>
        <c:crossAx val="-2113994440"/>
        <c:crosses val="autoZero"/>
        <c:auto val="1"/>
        <c:lblAlgn val="ctr"/>
        <c:lblOffset val="100"/>
        <c:noMultiLvlLbl val="0"/>
      </c:catAx>
      <c:valAx>
        <c:axId val="-2113994440"/>
        <c:scaling>
          <c:max val="150.0"/>
          <c:min val="0.0"/>
        </c:scaling>
        <c:delete val="0"/>
        <c:axPos val="l"/>
        <c:majorGridlines>
          <c:spPr>
            <a:ln w="6350">
              <a:solidFill>
                <a:srgbClr val="D2D2D7"/>
              </a:solidFill>
            </a:ln>
          </c:spPr>
        </c:majorGridlines>
        <c:numFmt formatCode="0" sourceLinked="0"/>
        <c:majorTickMark val="none"/>
        <c:minorTickMark val="none"/>
        <c:tickLblPos val="nextTo"/>
        <c:spPr>
          <a:ln>
            <a:noFill/>
          </a:ln>
        </c:spPr>
        <c:txPr>
          <a:bodyPr/>
          <a:lstStyle/>
          <a:p>
            <a:pPr>
              <a:defRPr sz="1100">
                <a:solidFill>
                  <a:srgbClr val="3C3C3E"/>
                </a:solidFill>
                <a:latin typeface="SF Pro Text"/>
              </a:defRPr>
            </a:pPr>
          </a:p>
        </c:txPr>
        <c:crossAx val="-2068027336"/>
        <c:crosses val="autoZero"/>
        <c:majorUnit val="50.0"/>
      </c:valAx>
      <c:spPr>
        <a:noFill/>
        <a:ln>
          <a:noFill/>
        </a:ln>
      </c:spPr>
    </c:plotArea>
    <c:dispBlanksAs val="gap"/>
  </c:chart>
  <c:txPr>
    <a:bodyPr/>
    <a:lstStyle/>
    <a:p>
      <a:pPr>
        <a:defRPr sz="1800"/>
      </a:pPr>
      <a:endParaRPr lang="en-US"/>
    </a:p>
  </c:txPr>
  <c:externalData r:id="rId1">
    <c:autoUpdate val="0"/>
  </c:externalData>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title-evidence · default. This catalogue follows the approved introduction: why the skill exists, how it developed, and how to use it. It places that same content in each registered layout, including the optional photo and glass treatments. The period runs from the first build to the current catalogue. The layout count describes the skill's available families. This is a chapter opener and is exempt from the content-slide evidence floor. Source: R11 input, S01 and fact sheet.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status-summary · default. The status words are supplied by the approved fact sheet. Done describes the existing style, edit-proofing and glass work, not acceptance of this newly generated catalogue. The remaining decision is to choose a live report and measure the presenter's editing time. The date is not supplied. The Keynote limitation concerns scripted import on this Mac. Source: R11 input, S02 and fact sheet.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bento-glass · image-needed; plain tiles · black. The first AI-built version had no accepted validation runs, and it was not preferred in the blind vote against Owner's slides. The restart measured the Apple references instead of adding more process. A safe-to-show slide from the first version is needed. The placeholder and text tiles are native shapes; rebuild with glass after the matching image is supplied. Source: R11 input S06 and fact sheet. This source-limited catalogue page is retained without padding.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milestone-timeline · 7 nodes. The first attempt asked AI to build the skill directly, from Aug 27 to Sep 12. It drowned in process: none of nine validation runs were accepted. In a blind vote, its slides were picked best zero of five times against Owner's own. We restarted by measuring Apple's pages and building in short runs. Median words per slide fell from 110.5 to 45.5 (R3 → R5, same count method), with 112 of 112 distinct numbers kept. Glass judges saw decoys and passed none of the 12. Every pass rule existed before its test. The final October node is the next step and an acceptance target, not a completed result. Sources: approved R10 input, slide 2; tracker and test records, Aug–Oct 2026.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chart-interpretation · column-body-kpi · white. The native column chart uses the same count method for the three rounds. The distinct-number retention figure refers to R3 through R5. The capsule reports the change from 110.5 in R3 to 45.5 in R5: (45.5 − 110.5) / 110.5 = −58.8%, rounded to −59%. The ceiling stays beside the chart. Axis ticks are scale graduations, not additional source measurements. Source: R11 input S08 and fact sheet.</a:t>
            </a:r>
          </a:p>
          <a:p>
            <a:r>
              <a:t>Glass is a baked picture: rebuild the deck after moving it, editing what is under it, or lengthening its text.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goal-progress · default. The bars compare supplied counts with their denominators, not inferred completion percentages. The validation perspectives comprise eight validated, one partly validated and one not yet validated. All glass decoys were rejected, equivalent to zero of twelve passing. The pilot has no current edit-time measurement, so it has no filled progress bar. Done is the supplied Liquid Glass workstream status. Source: R11 input S09 and fact sheet.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multi-year-table · default. This layout compares the three R10 slides rather than years, using the measurements supplied in the fact sheet. These are the recorded R10 counts before this run corrected the timeline note and before catalogue layout prefixes were added. They are not counts of the current catalogue pages. The first slide has the approved framing exception to the labelled-value floor. Source: R11 input S10 and fact sheet. Source-limited whitespace is retained instead of inventing extra rows.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executive-summary · three groups. The supplied historical results cover factual retention, edit safety and visual refinement. The zero-change result came from four decks; the five tested edit types were lengthen, wrap, save and reopen, chart data and an added slide. Word medians use one counting method across R3 and R5. These results do not establish acceptance of a future live-report pilot. Source: R11 input S11 and fact sheet.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site-data · three renderers. The parallel data-sheet layout compares rendering applications instead of physical sites. The fact sheet describes PowerPoint's supported real export path, LibreOffice's preview fallback and the failed scripted Keynote import on this Mac. It does not claim that this run exported successfully through PowerPoint; the actual renderer appears on the review image and in STATUS. Keynote's manual import and edit acceptance remain unverified. Source: R11 input S12 and renderer facts.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peer-columns · numbered-needs. Installation is two symbolic links, one each for Claude and Codex. Everything runs on your Mac and uploads nothing. The four input types are PDF, PPTX, Keynote export and notes. The output has native editable text, tables and charts; a supplied reference picture remains a picture. The outline is the review point before building a deck. This is not for marketing or pitch decks, a single chart or a typo fix in an existing PPTX. Liquid Glass needs a rebuild after its text or backdrop changes. No script test covers Keynote import. The fifteen-minute edit target is the acceptance test, not a guaranteed measured saving. Sources: approved R10 input, slide 3; Report Slides skill SKILL.md.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text-kpi-rail · default. The inputs and exclusions define the intended workflow. PowerPoint is the target viewing application; preview images may use the permitted fallback. The links are the local Claude and Codex skill installations. The edit target must be tested on a live report. Glass faces must be rebuilt after changes to their text, position or backdrop, and Keynote has no successful scripted-import check on this Mac. Source: R11 input S14 and fact sheet.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bento-plain · 5 tiles · black. With no photograph behind the tiles, these are native solid shapes. The density limits describe ordinary content slides; this catalogue explicitly retains source-limited examples without padding. The pilot edit time is a pass target, not an observed outcome. Source: R11 input S15 and fact sheet.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bento-glass · image-needed; plain 3 tiles (1 large + 2) · white. The pilot must establish the actual editing time. A photo of this deck being edited in PowerPoint on a Mac is needed to show that activity. Until it is supplied, the placeholder and all three text tiles remain native editable shapes. Rebuild with glass over the matching photo when it arrives. Source: R11 input S16 and fact sheet.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glass-callouts · image-needed; 2 plain capsules · black. A product photo of a Mac showing this deck is needed. The figures describe the slide skill and its pilot edit target. Each plain capsule carries one native value and short label; explanatory captions remain outside. The placeholder is a native editable shape. Rebuild with glass over the matching photo when it is supplied. Source: R11 input S17 and fact sheet.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decision-tables · default. The recommendation is to test one live report before team use. The R10 build time is the executor's generation time, not the presenter's editing time. Its time box is a cap, not an observed duration. The pilot edit target is the supplied pass criterion; current edit time and the decision date are not supplied. Source: R11 input S18 and fact sheet. This slide presents the supplied next-use options; it does not authorise another run.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evidence-actions · four actions. The closing ask repeats the supplied pilot decision. Only the named action owners are assigned; missing owners and dates remain TBD. Sharing follows a pilot pass and is not part of this catalogue run. PowerPoint checks remain with Claude. No status column is added because the source gives no per-action status words. Source: R11 input S19 and fact sheet.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Report content">
    <p:bg>
      <p:bgPr>
        <a:solidFill>
          <a:srgbClr val="F3F2F5"/>
        </a:solidFill>
        <a:effectLst/>
      </p:bgPr>
    </p:bg>
    <p:spTree>
      <p:nvGrpSpPr>
        <p:cNvPr id="1" name=""/>
        <p:cNvGrpSpPr/>
        <p:nvPr/>
      </p:nvGrpSpPr>
      <p:grpSpPr>
        <a:xfrm>
          <a:off x="0" y="0"/>
          <a:ext cx="0" cy="0"/>
          <a:chOff x="0" y="0"/>
          <a:chExt cx="0" cy="0"/>
        </a:xfrm>
      </p:grpSpPr>
      <p:sp>
        <p:nvSpPr>
          <p:cNvPr id="2" name="Report title"/>
          <p:cNvSpPr>
            <a:spLocks noGrp="1"/>
          </p:cNvSpPr>
          <p:nvPr>
            <p:ph type="title" idx="0"/>
          </p:nvPr>
        </p:nvSpPr>
        <p:spPr>
          <a:xfrm>
            <a:off x="571500" y="679450"/>
            <a:ext cx="11049000" cy="520700"/>
          </a:xfrm>
          <a:prstGeom prst="rect">
            <a:avLst/>
          </a:prstGeom>
          <a:noFill/>
        </p:spPr>
        <p:txBody>
          <a:bodyPr wrap="square" anchor="t" lIns="0" rIns="0" tIns="0" bIns="0">
            <a:noAutofit/>
          </a:bodyPr>
          <a:lstStyle>
            <a:lvl1pPr marL="0" indent="0" algn="l">
              <a:buNone/>
              <a:defRPr sz="3400" b="1">
                <a:solidFill>
                  <a:srgbClr val="3C3C3E"/>
                </a:solidFill>
                <a:latin typeface="SF Pro Display"/>
              </a:defRPr>
            </a:lvl1pPr>
            <a:lvl2pPr marL="0" indent="0" algn="l">
              <a:buNone/>
              <a:defRPr sz="3400" b="1">
                <a:solidFill>
                  <a:srgbClr val="3C3C3E"/>
                </a:solidFill>
                <a:latin typeface="SF Pro Display"/>
              </a:defRPr>
            </a:lvl2pPr>
            <a:lvl3pPr marL="0" indent="0" algn="l">
              <a:buNone/>
              <a:defRPr sz="3400" b="1">
                <a:solidFill>
                  <a:srgbClr val="3C3C3E"/>
                </a:solidFill>
                <a:latin typeface="SF Pro Display"/>
              </a:defRPr>
            </a:lvl3pPr>
            <a:lvl4pPr marL="0" indent="0" algn="l">
              <a:buNone/>
              <a:defRPr sz="3400" b="1">
                <a:solidFill>
                  <a:srgbClr val="3C3C3E"/>
                </a:solidFill>
                <a:latin typeface="SF Pro Display"/>
              </a:defRPr>
            </a:lvl4pPr>
            <a:lvl5pPr marL="0" indent="0" algn="l">
              <a:buNone/>
              <a:defRPr sz="3400" b="1">
                <a:solidFill>
                  <a:srgbClr val="3C3C3E"/>
                </a:solidFill>
                <a:latin typeface="SF Pro Display"/>
              </a:defRPr>
            </a:lvl5pPr>
            <a:lvl6pPr marL="0" indent="0" algn="l">
              <a:buNone/>
              <a:defRPr sz="3400" b="1">
                <a:solidFill>
                  <a:srgbClr val="3C3C3E"/>
                </a:solidFill>
                <a:latin typeface="SF Pro Display"/>
              </a:defRPr>
            </a:lvl6pPr>
            <a:lvl7pPr marL="0" indent="0" algn="l">
              <a:buNone/>
              <a:defRPr sz="3400" b="1">
                <a:solidFill>
                  <a:srgbClr val="3C3C3E"/>
                </a:solidFill>
                <a:latin typeface="SF Pro Display"/>
              </a:defRPr>
            </a:lvl7pPr>
            <a:lvl8pPr marL="0" indent="0" algn="l">
              <a:buNone/>
              <a:defRPr sz="3400" b="1">
                <a:solidFill>
                  <a:srgbClr val="3C3C3E"/>
                </a:solidFill>
                <a:latin typeface="SF Pro Display"/>
              </a:defRPr>
            </a:lvl8pPr>
            <a:lvl9pPr marL="0" indent="0" algn="l">
              <a:buNone/>
              <a:defRPr sz="3400" b="1">
                <a:solidFill>
                  <a:srgbClr val="3C3C3E"/>
                </a:solidFill>
                <a:latin typeface="SF Pro Display"/>
              </a:defRPr>
            </a:lvl9pPr>
          </a:lstStyle>
          <a:p>
            <a:pPr algn="l" marL="0" indent="0">
              <a:lnSpc>
                <a:spcPts val="3900"/>
              </a:lnSpc>
              <a:spcBef>
                <a:spcPts val="0"/>
              </a:spcBef>
              <a:spcAft>
                <a:spcPts val="0"/>
              </a:spcAft>
              <a:defRPr sz="3400" b="1">
                <a:solidFill>
                  <a:srgbClr val="3C3C3E"/>
                </a:solidFill>
                <a:latin typeface="SF Pro Display"/>
              </a:defRPr>
            </a:pPr>
            <a:r>
              <a:rPr sz="3400" b="1" i="0">
                <a:solidFill>
                  <a:srgbClr val="3C3C3E"/>
                </a:solidFill>
                <a:latin typeface="SF Pro Display"/>
              </a:rPr>
              <a:t>Report headline</a:t>
            </a:r>
          </a:p>
        </p:txBody>
      </p:sp>
      <p:sp>
        <p:nvSpPr>
          <p:cNvPr id="3" name="Report body"/>
          <p:cNvSpPr>
            <a:spLocks noGrp="1"/>
          </p:cNvSpPr>
          <p:nvPr>
            <p:ph type="body" idx="1"/>
          </p:nvPr>
        </p:nvSpPr>
        <p:spPr>
          <a:xfrm>
            <a:off x="571500" y="1612900"/>
            <a:ext cx="11049000" cy="4483100"/>
          </a:xfrm>
          <a:prstGeom prst="rect">
            <a:avLst/>
          </a:prstGeom>
          <a:noFill/>
        </p:spPr>
        <p:txBody>
          <a:bodyPr wrap="square" anchor="t" lIns="0" rIns="0" tIns="0" bIns="0">
            <a:noAutofit/>
          </a:bodyPr>
          <a:lstStyle>
            <a:lvl1pPr marL="0" indent="0" algn="l">
              <a:buNone/>
              <a:defRPr sz="1000" b="0">
                <a:solidFill>
                  <a:srgbClr val="3C3C3E"/>
                </a:solidFill>
                <a:latin typeface="SF Pro Text"/>
              </a:defRPr>
            </a:lvl1pPr>
            <a:lvl2pPr marL="0" indent="0" algn="l">
              <a:buNone/>
              <a:defRPr sz="1000" b="0">
                <a:solidFill>
                  <a:srgbClr val="3C3C3E"/>
                </a:solidFill>
                <a:latin typeface="SF Pro Text"/>
              </a:defRPr>
            </a:lvl2pPr>
            <a:lvl3pPr marL="0" indent="0" algn="l">
              <a:buNone/>
              <a:defRPr sz="1000" b="0">
                <a:solidFill>
                  <a:srgbClr val="3C3C3E"/>
                </a:solidFill>
                <a:latin typeface="SF Pro Text"/>
              </a:defRPr>
            </a:lvl3pPr>
            <a:lvl4pPr marL="0" indent="0" algn="l">
              <a:buNone/>
              <a:defRPr sz="1000" b="0">
                <a:solidFill>
                  <a:srgbClr val="3C3C3E"/>
                </a:solidFill>
                <a:latin typeface="SF Pro Text"/>
              </a:defRPr>
            </a:lvl4pPr>
            <a:lvl5pPr marL="0" indent="0" algn="l">
              <a:buNone/>
              <a:defRPr sz="1000" b="0">
                <a:solidFill>
                  <a:srgbClr val="3C3C3E"/>
                </a:solidFill>
                <a:latin typeface="SF Pro Text"/>
              </a:defRPr>
            </a:lvl5pPr>
            <a:lvl6pPr marL="0" indent="0" algn="l">
              <a:buNone/>
              <a:defRPr sz="1000" b="0">
                <a:solidFill>
                  <a:srgbClr val="3C3C3E"/>
                </a:solidFill>
                <a:latin typeface="SF Pro Text"/>
              </a:defRPr>
            </a:lvl6pPr>
            <a:lvl7pPr marL="0" indent="0" algn="l">
              <a:buNone/>
              <a:defRPr sz="1000" b="0">
                <a:solidFill>
                  <a:srgbClr val="3C3C3E"/>
                </a:solidFill>
                <a:latin typeface="SF Pro Text"/>
              </a:defRPr>
            </a:lvl7pPr>
            <a:lvl8pPr marL="0" indent="0" algn="l">
              <a:buNone/>
              <a:defRPr sz="1000" b="0">
                <a:solidFill>
                  <a:srgbClr val="3C3C3E"/>
                </a:solidFill>
                <a:latin typeface="SF Pro Text"/>
              </a:defRPr>
            </a:lvl8pPr>
            <a:lvl9pPr marL="0" indent="0" algn="l">
              <a:buNone/>
              <a:defRPr sz="1000" b="0">
                <a:solidFill>
                  <a:srgbClr val="3C3C3E"/>
                </a:solidFill>
                <a:latin typeface="SF Pro Text"/>
              </a:defRPr>
            </a:lvl9pPr>
          </a:lstStyle>
          <a:p>
            <a:pPr algn="l" marL="0" indent="0">
              <a:lnSpc>
                <a:spcPts val="1400"/>
              </a:lnSpc>
              <a:spcBef>
                <a:spcPts val="0"/>
              </a:spcBef>
              <a:spcAft>
                <a:spcPts val="0"/>
              </a:spcAft>
              <a:defRPr sz="1000" b="0">
                <a:solidFill>
                  <a:srgbClr val="3C3C3E"/>
                </a:solidFill>
                <a:latin typeface="SF Pro Text"/>
              </a:defRPr>
            </a:pPr>
            <a:r>
              <a:rPr sz="1000" b="0" i="0">
                <a:solidFill>
                  <a:srgbClr val="3C3C3E"/>
                </a:solidFill>
                <a:latin typeface="SF Pro Text"/>
              </a:rPr>
              <a:t>Add evidence</a:t>
            </a:r>
          </a:p>
        </p:txBody>
      </p:sp>
      <p:sp>
        <p:nvSpPr>
          <p:cNvPr id="4" name="Footer rule"/>
          <p:cNvSpPr txBox="1"/>
          <p:nvPr/>
        </p:nvSpPr>
        <p:spPr>
          <a:xfrm>
            <a:off x="571500" y="6375400"/>
            <a:ext cx="11049000" cy="6350"/>
          </a:xfrm>
          <a:prstGeom prst="rect">
            <a:avLst/>
          </a:prstGeom>
          <a:solidFill>
            <a:srgbClr val="D2D2D7"/>
          </a:solidFill>
        </p:spPr>
        <p:txBody>
          <a:bodyPr wrap="square" anchor="t" lIns="0" rIns="0" tIns="0" bIns="0">
            <a:noAutofit/>
          </a:bodyPr>
          <a:lstStyle>
            <a:lvl1pPr marL="0" indent="0" algn="l">
              <a:buNone/>
              <a:defRPr sz="900" b="0">
                <a:solidFill>
                  <a:srgbClr val="6E6E73"/>
                </a:solidFill>
                <a:latin typeface="SF Pro Text"/>
              </a:defRPr>
            </a:lvl1pPr>
            <a:lvl2pPr marL="0" indent="0" algn="l">
              <a:buNone/>
              <a:defRPr sz="900" b="0">
                <a:solidFill>
                  <a:srgbClr val="6E6E73"/>
                </a:solidFill>
                <a:latin typeface="SF Pro Text"/>
              </a:defRPr>
            </a:lvl2pPr>
            <a:lvl3pPr marL="0" indent="0" algn="l">
              <a:buNone/>
              <a:defRPr sz="900" b="0">
                <a:solidFill>
                  <a:srgbClr val="6E6E73"/>
                </a:solidFill>
                <a:latin typeface="SF Pro Text"/>
              </a:defRPr>
            </a:lvl3pPr>
            <a:lvl4pPr marL="0" indent="0" algn="l">
              <a:buNone/>
              <a:defRPr sz="900" b="0">
                <a:solidFill>
                  <a:srgbClr val="6E6E73"/>
                </a:solidFill>
                <a:latin typeface="SF Pro Text"/>
              </a:defRPr>
            </a:lvl4pPr>
            <a:lvl5pPr marL="0" indent="0" algn="l">
              <a:buNone/>
              <a:defRPr sz="900" b="0">
                <a:solidFill>
                  <a:srgbClr val="6E6E73"/>
                </a:solidFill>
                <a:latin typeface="SF Pro Text"/>
              </a:defRPr>
            </a:lvl5pPr>
            <a:lvl6pPr marL="0" indent="0" algn="l">
              <a:buNone/>
              <a:defRPr sz="900" b="0">
                <a:solidFill>
                  <a:srgbClr val="6E6E73"/>
                </a:solidFill>
                <a:latin typeface="SF Pro Text"/>
              </a:defRPr>
            </a:lvl6pPr>
            <a:lvl7pPr marL="0" indent="0" algn="l">
              <a:buNone/>
              <a:defRPr sz="900" b="0">
                <a:solidFill>
                  <a:srgbClr val="6E6E73"/>
                </a:solidFill>
                <a:latin typeface="SF Pro Text"/>
              </a:defRPr>
            </a:lvl7pPr>
            <a:lvl8pPr marL="0" indent="0" algn="l">
              <a:buNone/>
              <a:defRPr sz="900" b="0">
                <a:solidFill>
                  <a:srgbClr val="6E6E73"/>
                </a:solidFill>
                <a:latin typeface="SF Pro Text"/>
              </a:defRPr>
            </a:lvl8pPr>
            <a:lvl9pPr marL="0" indent="0" algn="l">
              <a:buNone/>
              <a:defRPr sz="900" b="0">
                <a:solidFill>
                  <a:srgbClr val="6E6E73"/>
                </a:solidFill>
                <a:latin typeface="SF Pro Text"/>
              </a:defRPr>
            </a:lvl9pPr>
          </a:lstStyle>
          <a:p>
            <a:pPr algn="l" marL="0" indent="0">
              <a:lnSpc>
                <a:spcPts val="1200"/>
              </a:lnSpc>
              <a:spcBef>
                <a:spcPts val="0"/>
              </a:spcBef>
              <a:spcAft>
                <a:spcPts val="0"/>
              </a:spcAft>
              <a:defRPr sz="900" b="0">
                <a:solidFill>
                  <a:srgbClr val="6E6E73"/>
                </a:solidFill>
                <a:latin typeface="SF Pro Text"/>
              </a:defRPr>
            </a:pPr>
            <a:r>
              <a:rPr sz="900" b="0" i="0">
                <a:solidFill>
                  <a:srgbClr val="6E6E73"/>
                </a:solidFill>
                <a:latin typeface="SF Pro Text"/>
              </a:rPr>
              <a:t/>
            </a:r>
          </a:p>
        </p:txBody>
      </p:sp>
      <p:sp>
        <p:nvSpPr>
          <p:cNvPr id="5" name="Classification"/>
          <p:cNvSpPr txBox="1"/>
          <p:nvPr/>
        </p:nvSpPr>
        <p:spPr>
          <a:xfrm>
            <a:off x="10171711" y="6483350"/>
            <a:ext cx="877288" cy="165100"/>
          </a:xfrm>
          <a:prstGeom prst="rect">
            <a:avLst/>
          </a:prstGeom>
          <a:noFill/>
        </p:spPr>
        <p:txBody>
          <a:bodyPr wrap="none" anchor="t" lIns="0" rIns="0" tIns="0" bIns="0">
            <a:noAutofit/>
          </a:bodyPr>
          <a:lstStyle>
            <a:lvl1pPr marL="0" indent="0" algn="l">
              <a:buNone/>
              <a:defRPr sz="900" b="0">
                <a:solidFill>
                  <a:srgbClr val="6E6E73"/>
                </a:solidFill>
                <a:latin typeface="SF Pro Text"/>
              </a:defRPr>
            </a:lvl1pPr>
            <a:lvl2pPr marL="0" indent="0" algn="l">
              <a:buNone/>
              <a:defRPr sz="900" b="0">
                <a:solidFill>
                  <a:srgbClr val="6E6E73"/>
                </a:solidFill>
                <a:latin typeface="SF Pro Text"/>
              </a:defRPr>
            </a:lvl2pPr>
            <a:lvl3pPr marL="0" indent="0" algn="l">
              <a:buNone/>
              <a:defRPr sz="900" b="0">
                <a:solidFill>
                  <a:srgbClr val="6E6E73"/>
                </a:solidFill>
                <a:latin typeface="SF Pro Text"/>
              </a:defRPr>
            </a:lvl3pPr>
            <a:lvl4pPr marL="0" indent="0" algn="l">
              <a:buNone/>
              <a:defRPr sz="900" b="0">
                <a:solidFill>
                  <a:srgbClr val="6E6E73"/>
                </a:solidFill>
                <a:latin typeface="SF Pro Text"/>
              </a:defRPr>
            </a:lvl4pPr>
            <a:lvl5pPr marL="0" indent="0" algn="l">
              <a:buNone/>
              <a:defRPr sz="900" b="0">
                <a:solidFill>
                  <a:srgbClr val="6E6E73"/>
                </a:solidFill>
                <a:latin typeface="SF Pro Text"/>
              </a:defRPr>
            </a:lvl5pPr>
            <a:lvl6pPr marL="0" indent="0" algn="l">
              <a:buNone/>
              <a:defRPr sz="900" b="0">
                <a:solidFill>
                  <a:srgbClr val="6E6E73"/>
                </a:solidFill>
                <a:latin typeface="SF Pro Text"/>
              </a:defRPr>
            </a:lvl6pPr>
            <a:lvl7pPr marL="0" indent="0" algn="l">
              <a:buNone/>
              <a:defRPr sz="900" b="0">
                <a:solidFill>
                  <a:srgbClr val="6E6E73"/>
                </a:solidFill>
                <a:latin typeface="SF Pro Text"/>
              </a:defRPr>
            </a:lvl7pPr>
            <a:lvl8pPr marL="0" indent="0" algn="l">
              <a:buNone/>
              <a:defRPr sz="900" b="0">
                <a:solidFill>
                  <a:srgbClr val="6E6E73"/>
                </a:solidFill>
                <a:latin typeface="SF Pro Text"/>
              </a:defRPr>
            </a:lvl8pPr>
            <a:lvl9pPr marL="0" indent="0" algn="l">
              <a:buNone/>
              <a:defRPr sz="900" b="0">
                <a:solidFill>
                  <a:srgbClr val="6E6E73"/>
                </a:solidFill>
                <a:latin typeface="SF Pro Text"/>
              </a:defRPr>
            </a:lvl9pPr>
          </a:lstStyle>
          <a:p>
            <a:pPr algn="r" marL="0" indent="0">
              <a:lnSpc>
                <a:spcPts val="1200"/>
              </a:lnSpc>
              <a:spcBef>
                <a:spcPts val="0"/>
              </a:spcBef>
              <a:spcAft>
                <a:spcPts val="0"/>
              </a:spcAft>
              <a:defRPr sz="900" b="0">
                <a:solidFill>
                  <a:srgbClr val="6E6E73"/>
                </a:solidFill>
                <a:latin typeface="SF Pro Text"/>
              </a:defRPr>
            </a:pPr>
            <a:r>
              <a:rPr sz="900" b="0" i="0">
                <a:solidFill>
                  <a:srgbClr val="6E6E73"/>
                </a:solidFill>
                <a:latin typeface="SF Pro Text"/>
              </a:rPr>
              <a:t>Public example</a:t>
            </a:r>
          </a:p>
        </p:txBody>
      </p:sp>
      <p:sp>
        <p:nvSpPr>
          <p:cNvPr id="6" name="Slide number"/>
          <p:cNvSpPr txBox="1"/>
          <p:nvPr/>
        </p:nvSpPr>
        <p:spPr>
          <a:xfrm>
            <a:off x="11176000" y="6483350"/>
            <a:ext cx="444500" cy="165100"/>
          </a:xfrm>
          <a:prstGeom prst="rect">
            <a:avLst/>
          </a:prstGeom>
          <a:noFill/>
        </p:spPr>
        <p:txBody>
          <a:bodyPr wrap="none" anchor="t" lIns="0" rIns="0" tIns="0" bIns="0">
            <a:noAutofit/>
          </a:bodyPr>
          <a:lstStyle>
            <a:lvl1pPr marL="0" indent="0" algn="l">
              <a:buNone/>
              <a:defRPr sz="900" b="0">
                <a:solidFill>
                  <a:srgbClr val="6E6E73"/>
                </a:solidFill>
                <a:latin typeface="SF Pro Text"/>
              </a:defRPr>
            </a:lvl1pPr>
            <a:lvl2pPr marL="0" indent="0" algn="l">
              <a:buNone/>
              <a:defRPr sz="900" b="0">
                <a:solidFill>
                  <a:srgbClr val="6E6E73"/>
                </a:solidFill>
                <a:latin typeface="SF Pro Text"/>
              </a:defRPr>
            </a:lvl2pPr>
            <a:lvl3pPr marL="0" indent="0" algn="l">
              <a:buNone/>
              <a:defRPr sz="900" b="0">
                <a:solidFill>
                  <a:srgbClr val="6E6E73"/>
                </a:solidFill>
                <a:latin typeface="SF Pro Text"/>
              </a:defRPr>
            </a:lvl3pPr>
            <a:lvl4pPr marL="0" indent="0" algn="l">
              <a:buNone/>
              <a:defRPr sz="900" b="0">
                <a:solidFill>
                  <a:srgbClr val="6E6E73"/>
                </a:solidFill>
                <a:latin typeface="SF Pro Text"/>
              </a:defRPr>
            </a:lvl4pPr>
            <a:lvl5pPr marL="0" indent="0" algn="l">
              <a:buNone/>
              <a:defRPr sz="900" b="0">
                <a:solidFill>
                  <a:srgbClr val="6E6E73"/>
                </a:solidFill>
                <a:latin typeface="SF Pro Text"/>
              </a:defRPr>
            </a:lvl5pPr>
            <a:lvl6pPr marL="0" indent="0" algn="l">
              <a:buNone/>
              <a:defRPr sz="900" b="0">
                <a:solidFill>
                  <a:srgbClr val="6E6E73"/>
                </a:solidFill>
                <a:latin typeface="SF Pro Text"/>
              </a:defRPr>
            </a:lvl6pPr>
            <a:lvl7pPr marL="0" indent="0" algn="l">
              <a:buNone/>
              <a:defRPr sz="900" b="0">
                <a:solidFill>
                  <a:srgbClr val="6E6E73"/>
                </a:solidFill>
                <a:latin typeface="SF Pro Text"/>
              </a:defRPr>
            </a:lvl7pPr>
            <a:lvl8pPr marL="0" indent="0" algn="l">
              <a:buNone/>
              <a:defRPr sz="900" b="0">
                <a:solidFill>
                  <a:srgbClr val="6E6E73"/>
                </a:solidFill>
                <a:latin typeface="SF Pro Text"/>
              </a:defRPr>
            </a:lvl8pPr>
            <a:lvl9pPr marL="0" indent="0" algn="l">
              <a:buNone/>
              <a:defRPr sz="900" b="0">
                <a:solidFill>
                  <a:srgbClr val="6E6E73"/>
                </a:solidFill>
                <a:latin typeface="SF Pro Text"/>
              </a:defRPr>
            </a:lvl9pPr>
          </a:lstStyle>
          <a:p>
            <a:pPr algn="r" marL="0" indent="0">
              <a:lnSpc>
                <a:spcPts val="1200"/>
              </a:lnSpc>
              <a:spcBef>
                <a:spcPts val="0"/>
              </a:spcBef>
              <a:spcAft>
                <a:spcPts val="0"/>
              </a:spcAft>
              <a:defRPr sz="900" b="0">
                <a:solidFill>
                  <a:srgbClr val="6E6E73"/>
                </a:solidFill>
                <a:latin typeface="SF Pro Text"/>
              </a:defRPr>
            </a:pPr>
            <a:fld id="{622E5605-0A22-42B3-9CFB-667B1EB7E049}" type="slidenum">
              <a:rPr sz="900" b="0" i="0">
                <a:solidFill>
                  <a:srgbClr val="6E6E73"/>
                </a:solidFill>
                <a:latin typeface="SF Pro Text"/>
              </a:rPr>
              <a:t>1</a:t>
            </a:fld>
          </a:p>
        </p:txBody>
      </p:sp>
    </p:spTree>
    <p:extLst>
      <p:ext uri="{BB962C8B-B14F-4D97-AF65-F5344CB8AC3E}">
        <p14:creationId xmlns:p14="http://schemas.microsoft.com/office/powerpoint/2010/main" val="31680755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eport content — Black">
    <p:bg>
      <p:bgPr>
        <a:solidFill>
          <a:srgbClr val="000000"/>
        </a:solidFill>
        <a:effectLst/>
      </p:bgPr>
    </p:bg>
    <p:spTree>
      <p:nvGrpSpPr>
        <p:cNvPr id="1" name=""/>
        <p:cNvGrpSpPr/>
        <p:nvPr/>
      </p:nvGrpSpPr>
      <p:grpSpPr>
        <a:xfrm>
          <a:off x="0" y="0"/>
          <a:ext cx="0" cy="0"/>
          <a:chOff x="0" y="0"/>
          <a:chExt cx="0" cy="0"/>
        </a:xfrm>
      </p:grpSpPr>
      <p:sp>
        <p:nvSpPr>
          <p:cNvPr id="2" name="Report title"/>
          <p:cNvSpPr>
            <a:spLocks noGrp="1"/>
          </p:cNvSpPr>
          <p:nvPr>
            <p:ph type="title" idx="0"/>
          </p:nvPr>
        </p:nvSpPr>
        <p:spPr>
          <a:xfrm>
            <a:off x="571500" y="635000"/>
            <a:ext cx="11049000" cy="495300"/>
          </a:xfrm>
          <a:prstGeom prst="rect">
            <a:avLst/>
          </a:prstGeom>
          <a:noFill/>
        </p:spPr>
        <p:txBody>
          <a:bodyPr wrap="square" anchor="t" lIns="0" rIns="0" tIns="0" bIns="0">
            <a:noAutofit/>
          </a:bodyPr>
          <a:lstStyle>
            <a:lvl1pPr marL="0" indent="0" algn="l">
              <a:buNone/>
              <a:defRPr sz="3200" b="1" spc="-25">
                <a:solidFill>
                  <a:srgbClr val="F5F5F7"/>
                </a:solidFill>
                <a:latin typeface="SF Pro Display"/>
              </a:defRPr>
            </a:lvl1pPr>
            <a:lvl2pPr marL="0" indent="0" algn="l">
              <a:buNone/>
              <a:defRPr sz="3200" b="1" spc="-25">
                <a:solidFill>
                  <a:srgbClr val="F5F5F7"/>
                </a:solidFill>
                <a:latin typeface="SF Pro Display"/>
              </a:defRPr>
            </a:lvl2pPr>
            <a:lvl3pPr marL="0" indent="0" algn="l">
              <a:buNone/>
              <a:defRPr sz="3200" b="1" spc="-25">
                <a:solidFill>
                  <a:srgbClr val="F5F5F7"/>
                </a:solidFill>
                <a:latin typeface="SF Pro Display"/>
              </a:defRPr>
            </a:lvl3pPr>
            <a:lvl4pPr marL="0" indent="0" algn="l">
              <a:buNone/>
              <a:defRPr sz="3200" b="1" spc="-25">
                <a:solidFill>
                  <a:srgbClr val="F5F5F7"/>
                </a:solidFill>
                <a:latin typeface="SF Pro Display"/>
              </a:defRPr>
            </a:lvl4pPr>
            <a:lvl5pPr marL="0" indent="0" algn="l">
              <a:buNone/>
              <a:defRPr sz="3200" b="1" spc="-25">
                <a:solidFill>
                  <a:srgbClr val="F5F5F7"/>
                </a:solidFill>
                <a:latin typeface="SF Pro Display"/>
              </a:defRPr>
            </a:lvl5pPr>
            <a:lvl6pPr marL="0" indent="0" algn="l">
              <a:buNone/>
              <a:defRPr sz="3200" b="1" spc="-25">
                <a:solidFill>
                  <a:srgbClr val="F5F5F7"/>
                </a:solidFill>
                <a:latin typeface="SF Pro Display"/>
              </a:defRPr>
            </a:lvl6pPr>
            <a:lvl7pPr marL="0" indent="0" algn="l">
              <a:buNone/>
              <a:defRPr sz="3200" b="1" spc="-25">
                <a:solidFill>
                  <a:srgbClr val="F5F5F7"/>
                </a:solidFill>
                <a:latin typeface="SF Pro Display"/>
              </a:defRPr>
            </a:lvl7pPr>
            <a:lvl8pPr marL="0" indent="0" algn="l">
              <a:buNone/>
              <a:defRPr sz="3200" b="1" spc="-25">
                <a:solidFill>
                  <a:srgbClr val="F5F5F7"/>
                </a:solidFill>
                <a:latin typeface="SF Pro Display"/>
              </a:defRPr>
            </a:lvl8pPr>
            <a:lvl9pPr marL="0" indent="0" algn="l">
              <a:buNone/>
              <a:defRPr sz="3200" b="1" spc="-25">
                <a:solidFill>
                  <a:srgbClr val="F5F5F7"/>
                </a:solidFill>
                <a:latin typeface="SF Pro Display"/>
              </a:defRPr>
            </a:lvl9pPr>
          </a:lstStyle>
          <a:p>
            <a:pPr algn="l" marL="0" indent="0">
              <a:lnSpc>
                <a:spcPts val="3800"/>
              </a:lnSpc>
              <a:spcBef>
                <a:spcPts val="0"/>
              </a:spcBef>
              <a:spcAft>
                <a:spcPts val="0"/>
              </a:spcAft>
              <a:defRPr sz="3200" b="1">
                <a:solidFill>
                  <a:srgbClr val="F5F5F7"/>
                </a:solidFill>
                <a:latin typeface="SF Pro Display"/>
              </a:defRPr>
            </a:pPr>
            <a:r>
              <a:rPr sz="3200" b="1" i="0" spc="-25">
                <a:solidFill>
                  <a:srgbClr val="F5F5F7"/>
                </a:solidFill>
                <a:latin typeface="SF Pro Display"/>
              </a:rPr>
              <a:t>Report headline</a:t>
            </a:r>
          </a:p>
        </p:txBody>
      </p:sp>
      <p:sp>
        <p:nvSpPr>
          <p:cNvPr id="3" name="Report body"/>
          <p:cNvSpPr>
            <a:spLocks noGrp="1"/>
          </p:cNvSpPr>
          <p:nvPr>
            <p:ph type="body" idx="1"/>
          </p:nvPr>
        </p:nvSpPr>
        <p:spPr>
          <a:xfrm>
            <a:off x="571500" y="1612900"/>
            <a:ext cx="11049000" cy="4483100"/>
          </a:xfrm>
          <a:prstGeom prst="rect">
            <a:avLst/>
          </a:prstGeom>
          <a:noFill/>
        </p:spPr>
        <p:txBody>
          <a:bodyPr wrap="square" anchor="t" lIns="0" rIns="0" tIns="0" bIns="0">
            <a:noAutofit/>
          </a:bodyPr>
          <a:lstStyle>
            <a:lvl1pPr marL="0" indent="0" algn="l">
              <a:buNone/>
              <a:defRPr sz="1000" b="0">
                <a:solidFill>
                  <a:srgbClr val="F5F5F7"/>
                </a:solidFill>
                <a:latin typeface="SF Pro Text"/>
              </a:defRPr>
            </a:lvl1pPr>
            <a:lvl2pPr marL="0" indent="0" algn="l">
              <a:buNone/>
              <a:defRPr sz="1000" b="0">
                <a:solidFill>
                  <a:srgbClr val="F5F5F7"/>
                </a:solidFill>
                <a:latin typeface="SF Pro Text"/>
              </a:defRPr>
            </a:lvl2pPr>
            <a:lvl3pPr marL="0" indent="0" algn="l">
              <a:buNone/>
              <a:defRPr sz="1000" b="0">
                <a:solidFill>
                  <a:srgbClr val="F5F5F7"/>
                </a:solidFill>
                <a:latin typeface="SF Pro Text"/>
              </a:defRPr>
            </a:lvl3pPr>
            <a:lvl4pPr marL="0" indent="0" algn="l">
              <a:buNone/>
              <a:defRPr sz="1000" b="0">
                <a:solidFill>
                  <a:srgbClr val="F5F5F7"/>
                </a:solidFill>
                <a:latin typeface="SF Pro Text"/>
              </a:defRPr>
            </a:lvl4pPr>
            <a:lvl5pPr marL="0" indent="0" algn="l">
              <a:buNone/>
              <a:defRPr sz="1000" b="0">
                <a:solidFill>
                  <a:srgbClr val="F5F5F7"/>
                </a:solidFill>
                <a:latin typeface="SF Pro Text"/>
              </a:defRPr>
            </a:lvl5pPr>
            <a:lvl6pPr marL="0" indent="0" algn="l">
              <a:buNone/>
              <a:defRPr sz="1000" b="0">
                <a:solidFill>
                  <a:srgbClr val="F5F5F7"/>
                </a:solidFill>
                <a:latin typeface="SF Pro Text"/>
              </a:defRPr>
            </a:lvl6pPr>
            <a:lvl7pPr marL="0" indent="0" algn="l">
              <a:buNone/>
              <a:defRPr sz="1000" b="0">
                <a:solidFill>
                  <a:srgbClr val="F5F5F7"/>
                </a:solidFill>
                <a:latin typeface="SF Pro Text"/>
              </a:defRPr>
            </a:lvl7pPr>
            <a:lvl8pPr marL="0" indent="0" algn="l">
              <a:buNone/>
              <a:defRPr sz="1000" b="0">
                <a:solidFill>
                  <a:srgbClr val="F5F5F7"/>
                </a:solidFill>
                <a:latin typeface="SF Pro Text"/>
              </a:defRPr>
            </a:lvl8pPr>
            <a:lvl9pPr marL="0" indent="0" algn="l">
              <a:buNone/>
              <a:defRPr sz="1000" b="0">
                <a:solidFill>
                  <a:srgbClr val="F5F5F7"/>
                </a:solidFill>
                <a:latin typeface="SF Pro Text"/>
              </a:defRPr>
            </a:lvl9pPr>
          </a:lstStyle>
          <a:p>
            <a:pPr algn="l" marL="0" indent="0">
              <a:lnSpc>
                <a:spcPts val="1400"/>
              </a:lnSpc>
              <a:spcBef>
                <a:spcPts val="0"/>
              </a:spcBef>
              <a:spcAft>
                <a:spcPts val="0"/>
              </a:spcAft>
              <a:defRPr sz="1000" b="0">
                <a:solidFill>
                  <a:srgbClr val="F5F5F7"/>
                </a:solidFill>
                <a:latin typeface="SF Pro Text"/>
              </a:defRPr>
            </a:pPr>
            <a:r>
              <a:rPr sz="1000" b="0" i="0">
                <a:solidFill>
                  <a:srgbClr val="F5F5F7"/>
                </a:solidFill>
                <a:latin typeface="SF Pro Text"/>
              </a:rPr>
              <a:t>Add evidence</a:t>
            </a:r>
          </a:p>
        </p:txBody>
      </p:sp>
      <p:sp>
        <p:nvSpPr>
          <p:cNvPr id="4" name="Footer rule"/>
          <p:cNvSpPr txBox="1"/>
          <p:nvPr/>
        </p:nvSpPr>
        <p:spPr>
          <a:xfrm>
            <a:off x="571500" y="6375400"/>
            <a:ext cx="11049000" cy="6350"/>
          </a:xfrm>
          <a:prstGeom prst="rect">
            <a:avLst/>
          </a:prstGeom>
          <a:solidFill>
            <a:srgbClr val="3A3A3C"/>
          </a:solidFill>
        </p:spPr>
        <p:txBody>
          <a:bodyPr wrap="square" anchor="t" lIns="0" rIns="0" tIns="0" bIns="0">
            <a:noAutofit/>
          </a:bodyPr>
          <a:lstStyle>
            <a:lvl1pPr marL="0" indent="0" algn="l">
              <a:buNone/>
              <a:defRPr sz="900" b="0">
                <a:solidFill>
                  <a:srgbClr val="A1A1A6"/>
                </a:solidFill>
                <a:latin typeface="SF Pro Text"/>
              </a:defRPr>
            </a:lvl1pPr>
            <a:lvl2pPr marL="0" indent="0" algn="l">
              <a:buNone/>
              <a:defRPr sz="900" b="0">
                <a:solidFill>
                  <a:srgbClr val="A1A1A6"/>
                </a:solidFill>
                <a:latin typeface="SF Pro Text"/>
              </a:defRPr>
            </a:lvl2pPr>
            <a:lvl3pPr marL="0" indent="0" algn="l">
              <a:buNone/>
              <a:defRPr sz="900" b="0">
                <a:solidFill>
                  <a:srgbClr val="A1A1A6"/>
                </a:solidFill>
                <a:latin typeface="SF Pro Text"/>
              </a:defRPr>
            </a:lvl3pPr>
            <a:lvl4pPr marL="0" indent="0" algn="l">
              <a:buNone/>
              <a:defRPr sz="900" b="0">
                <a:solidFill>
                  <a:srgbClr val="A1A1A6"/>
                </a:solidFill>
                <a:latin typeface="SF Pro Text"/>
              </a:defRPr>
            </a:lvl4pPr>
            <a:lvl5pPr marL="0" indent="0" algn="l">
              <a:buNone/>
              <a:defRPr sz="900" b="0">
                <a:solidFill>
                  <a:srgbClr val="A1A1A6"/>
                </a:solidFill>
                <a:latin typeface="SF Pro Text"/>
              </a:defRPr>
            </a:lvl5pPr>
            <a:lvl6pPr marL="0" indent="0" algn="l">
              <a:buNone/>
              <a:defRPr sz="900" b="0">
                <a:solidFill>
                  <a:srgbClr val="A1A1A6"/>
                </a:solidFill>
                <a:latin typeface="SF Pro Text"/>
              </a:defRPr>
            </a:lvl6pPr>
            <a:lvl7pPr marL="0" indent="0" algn="l">
              <a:buNone/>
              <a:defRPr sz="900" b="0">
                <a:solidFill>
                  <a:srgbClr val="A1A1A6"/>
                </a:solidFill>
                <a:latin typeface="SF Pro Text"/>
              </a:defRPr>
            </a:lvl7pPr>
            <a:lvl8pPr marL="0" indent="0" algn="l">
              <a:buNone/>
              <a:defRPr sz="900" b="0">
                <a:solidFill>
                  <a:srgbClr val="A1A1A6"/>
                </a:solidFill>
                <a:latin typeface="SF Pro Text"/>
              </a:defRPr>
            </a:lvl8pPr>
            <a:lvl9pPr marL="0" indent="0" algn="l">
              <a:buNone/>
              <a:defRPr sz="900" b="0">
                <a:solidFill>
                  <a:srgbClr val="A1A1A6"/>
                </a:solidFill>
                <a:latin typeface="SF Pro Text"/>
              </a:defRPr>
            </a:lvl9pPr>
          </a:lstStyle>
          <a:p>
            <a:pPr algn="l" marL="0" indent="0">
              <a:lnSpc>
                <a:spcPts val="1200"/>
              </a:lnSpc>
              <a:spcBef>
                <a:spcPts val="0"/>
              </a:spcBef>
              <a:spcAft>
                <a:spcPts val="0"/>
              </a:spcAft>
              <a:defRPr sz="900" b="0">
                <a:solidFill>
                  <a:srgbClr val="A1A1A6"/>
                </a:solidFill>
                <a:latin typeface="SF Pro Text"/>
              </a:defRPr>
            </a:pPr>
            <a:r>
              <a:rPr sz="900" b="0" i="0">
                <a:solidFill>
                  <a:srgbClr val="A1A1A6"/>
                </a:solidFill>
                <a:latin typeface="SF Pro Text"/>
              </a:rPr>
              <a:t/>
            </a:r>
          </a:p>
        </p:txBody>
      </p:sp>
      <p:sp>
        <p:nvSpPr>
          <p:cNvPr id="5" name="Classification"/>
          <p:cNvSpPr txBox="1"/>
          <p:nvPr/>
        </p:nvSpPr>
        <p:spPr>
          <a:xfrm>
            <a:off x="10171711" y="6483350"/>
            <a:ext cx="877288" cy="165100"/>
          </a:xfrm>
          <a:prstGeom prst="rect">
            <a:avLst/>
          </a:prstGeom>
          <a:noFill/>
        </p:spPr>
        <p:txBody>
          <a:bodyPr wrap="none" anchor="t" lIns="0" rIns="0" tIns="0" bIns="0">
            <a:noAutofit/>
          </a:bodyPr>
          <a:lstStyle>
            <a:lvl1pPr marL="0" indent="0" algn="l">
              <a:buNone/>
              <a:defRPr sz="900" b="0">
                <a:solidFill>
                  <a:srgbClr val="A1A1A6"/>
                </a:solidFill>
                <a:latin typeface="SF Pro Text"/>
              </a:defRPr>
            </a:lvl1pPr>
            <a:lvl2pPr marL="0" indent="0" algn="l">
              <a:buNone/>
              <a:defRPr sz="900" b="0">
                <a:solidFill>
                  <a:srgbClr val="A1A1A6"/>
                </a:solidFill>
                <a:latin typeface="SF Pro Text"/>
              </a:defRPr>
            </a:lvl2pPr>
            <a:lvl3pPr marL="0" indent="0" algn="l">
              <a:buNone/>
              <a:defRPr sz="900" b="0">
                <a:solidFill>
                  <a:srgbClr val="A1A1A6"/>
                </a:solidFill>
                <a:latin typeface="SF Pro Text"/>
              </a:defRPr>
            </a:lvl3pPr>
            <a:lvl4pPr marL="0" indent="0" algn="l">
              <a:buNone/>
              <a:defRPr sz="900" b="0">
                <a:solidFill>
                  <a:srgbClr val="A1A1A6"/>
                </a:solidFill>
                <a:latin typeface="SF Pro Text"/>
              </a:defRPr>
            </a:lvl4pPr>
            <a:lvl5pPr marL="0" indent="0" algn="l">
              <a:buNone/>
              <a:defRPr sz="900" b="0">
                <a:solidFill>
                  <a:srgbClr val="A1A1A6"/>
                </a:solidFill>
                <a:latin typeface="SF Pro Text"/>
              </a:defRPr>
            </a:lvl5pPr>
            <a:lvl6pPr marL="0" indent="0" algn="l">
              <a:buNone/>
              <a:defRPr sz="900" b="0">
                <a:solidFill>
                  <a:srgbClr val="A1A1A6"/>
                </a:solidFill>
                <a:latin typeface="SF Pro Text"/>
              </a:defRPr>
            </a:lvl6pPr>
            <a:lvl7pPr marL="0" indent="0" algn="l">
              <a:buNone/>
              <a:defRPr sz="900" b="0">
                <a:solidFill>
                  <a:srgbClr val="A1A1A6"/>
                </a:solidFill>
                <a:latin typeface="SF Pro Text"/>
              </a:defRPr>
            </a:lvl7pPr>
            <a:lvl8pPr marL="0" indent="0" algn="l">
              <a:buNone/>
              <a:defRPr sz="900" b="0">
                <a:solidFill>
                  <a:srgbClr val="A1A1A6"/>
                </a:solidFill>
                <a:latin typeface="SF Pro Text"/>
              </a:defRPr>
            </a:lvl8pPr>
            <a:lvl9pPr marL="0" indent="0" algn="l">
              <a:buNone/>
              <a:defRPr sz="900" b="0">
                <a:solidFill>
                  <a:srgbClr val="A1A1A6"/>
                </a:solidFill>
                <a:latin typeface="SF Pro Text"/>
              </a:defRPr>
            </a:lvl9pPr>
          </a:lstStyle>
          <a:p>
            <a:pPr algn="r" marL="0" indent="0">
              <a:lnSpc>
                <a:spcPts val="1200"/>
              </a:lnSpc>
              <a:spcBef>
                <a:spcPts val="0"/>
              </a:spcBef>
              <a:spcAft>
                <a:spcPts val="0"/>
              </a:spcAft>
              <a:defRPr sz="900" b="0">
                <a:solidFill>
                  <a:srgbClr val="A1A1A6"/>
                </a:solidFill>
                <a:latin typeface="SF Pro Text"/>
              </a:defRPr>
            </a:pPr>
            <a:r>
              <a:rPr sz="900" b="0" i="0">
                <a:solidFill>
                  <a:srgbClr val="A1A1A6"/>
                </a:solidFill>
                <a:latin typeface="SF Pro Text"/>
              </a:rPr>
              <a:t>Public example</a:t>
            </a:r>
          </a:p>
        </p:txBody>
      </p:sp>
      <p:sp>
        <p:nvSpPr>
          <p:cNvPr id="6" name="Slide number"/>
          <p:cNvSpPr txBox="1"/>
          <p:nvPr/>
        </p:nvSpPr>
        <p:spPr>
          <a:xfrm>
            <a:off x="11176000" y="6483350"/>
            <a:ext cx="444500" cy="165100"/>
          </a:xfrm>
          <a:prstGeom prst="rect">
            <a:avLst/>
          </a:prstGeom>
          <a:noFill/>
        </p:spPr>
        <p:txBody>
          <a:bodyPr wrap="none" anchor="t" lIns="0" rIns="0" tIns="0" bIns="0">
            <a:noAutofit/>
          </a:bodyPr>
          <a:lstStyle>
            <a:lvl1pPr marL="0" indent="0" algn="l">
              <a:buNone/>
              <a:defRPr sz="900" b="0">
                <a:solidFill>
                  <a:srgbClr val="A1A1A6"/>
                </a:solidFill>
                <a:latin typeface="SF Pro Text"/>
              </a:defRPr>
            </a:lvl1pPr>
            <a:lvl2pPr marL="0" indent="0" algn="l">
              <a:buNone/>
              <a:defRPr sz="900" b="0">
                <a:solidFill>
                  <a:srgbClr val="A1A1A6"/>
                </a:solidFill>
                <a:latin typeface="SF Pro Text"/>
              </a:defRPr>
            </a:lvl2pPr>
            <a:lvl3pPr marL="0" indent="0" algn="l">
              <a:buNone/>
              <a:defRPr sz="900" b="0">
                <a:solidFill>
                  <a:srgbClr val="A1A1A6"/>
                </a:solidFill>
                <a:latin typeface="SF Pro Text"/>
              </a:defRPr>
            </a:lvl3pPr>
            <a:lvl4pPr marL="0" indent="0" algn="l">
              <a:buNone/>
              <a:defRPr sz="900" b="0">
                <a:solidFill>
                  <a:srgbClr val="A1A1A6"/>
                </a:solidFill>
                <a:latin typeface="SF Pro Text"/>
              </a:defRPr>
            </a:lvl4pPr>
            <a:lvl5pPr marL="0" indent="0" algn="l">
              <a:buNone/>
              <a:defRPr sz="900" b="0">
                <a:solidFill>
                  <a:srgbClr val="A1A1A6"/>
                </a:solidFill>
                <a:latin typeface="SF Pro Text"/>
              </a:defRPr>
            </a:lvl5pPr>
            <a:lvl6pPr marL="0" indent="0" algn="l">
              <a:buNone/>
              <a:defRPr sz="900" b="0">
                <a:solidFill>
                  <a:srgbClr val="A1A1A6"/>
                </a:solidFill>
                <a:latin typeface="SF Pro Text"/>
              </a:defRPr>
            </a:lvl6pPr>
            <a:lvl7pPr marL="0" indent="0" algn="l">
              <a:buNone/>
              <a:defRPr sz="900" b="0">
                <a:solidFill>
                  <a:srgbClr val="A1A1A6"/>
                </a:solidFill>
                <a:latin typeface="SF Pro Text"/>
              </a:defRPr>
            </a:lvl7pPr>
            <a:lvl8pPr marL="0" indent="0" algn="l">
              <a:buNone/>
              <a:defRPr sz="900" b="0">
                <a:solidFill>
                  <a:srgbClr val="A1A1A6"/>
                </a:solidFill>
                <a:latin typeface="SF Pro Text"/>
              </a:defRPr>
            </a:lvl8pPr>
            <a:lvl9pPr marL="0" indent="0" algn="l">
              <a:buNone/>
              <a:defRPr sz="900" b="0">
                <a:solidFill>
                  <a:srgbClr val="A1A1A6"/>
                </a:solidFill>
                <a:latin typeface="SF Pro Text"/>
              </a:defRPr>
            </a:lvl9pPr>
          </a:lstStyle>
          <a:p>
            <a:pPr algn="r" marL="0" indent="0">
              <a:lnSpc>
                <a:spcPts val="1200"/>
              </a:lnSpc>
              <a:spcBef>
                <a:spcPts val="0"/>
              </a:spcBef>
              <a:spcAft>
                <a:spcPts val="0"/>
              </a:spcAft>
              <a:defRPr sz="900" b="0">
                <a:solidFill>
                  <a:srgbClr val="A1A1A6"/>
                </a:solidFill>
                <a:latin typeface="SF Pro Text"/>
              </a:defRPr>
            </a:pPr>
            <a:fld id="{FDDBB91B-E91D-4B29-BB04-FD9F508FB202}" type="slidenum">
              <a:rPr sz="900" b="0" i="0">
                <a:solidFill>
                  <a:srgbClr val="A1A1A6"/>
                </a:solidFill>
                <a:latin typeface="SF Pro Text"/>
              </a:rPr>
              <a:t>1</a:t>
            </a:fld>
          </a:p>
        </p:txBody>
      </p:sp>
    </p:spTree>
    <p:extLst>
      <p:ext uri="{BB962C8B-B14F-4D97-AF65-F5344CB8AC3E}">
        <p14:creationId xmlns:p14="http://schemas.microsoft.com/office/powerpoint/2010/main" val="2614314258"/>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Report content — White">
    <p:bg>
      <p:bgPr>
        <a:solidFill>
          <a:srgbClr val="FFFFFF"/>
        </a:solidFill>
        <a:effectLst/>
      </p:bgPr>
    </p:bg>
    <p:spTree>
      <p:nvGrpSpPr>
        <p:cNvPr id="1" name=""/>
        <p:cNvGrpSpPr/>
        <p:nvPr/>
      </p:nvGrpSpPr>
      <p:grpSpPr>
        <a:xfrm>
          <a:off x="0" y="0"/>
          <a:ext cx="0" cy="0"/>
          <a:chOff x="0" y="0"/>
          <a:chExt cx="0" cy="0"/>
        </a:xfrm>
      </p:grpSpPr>
      <p:sp>
        <p:nvSpPr>
          <p:cNvPr id="2" name="Report title"/>
          <p:cNvSpPr>
            <a:spLocks noGrp="1"/>
          </p:cNvSpPr>
          <p:nvPr>
            <p:ph type="title" idx="0"/>
          </p:nvPr>
        </p:nvSpPr>
        <p:spPr>
          <a:xfrm>
            <a:off x="571500" y="635000"/>
            <a:ext cx="11049000" cy="495300"/>
          </a:xfrm>
          <a:prstGeom prst="rect">
            <a:avLst/>
          </a:prstGeom>
          <a:noFill/>
        </p:spPr>
        <p:txBody>
          <a:bodyPr wrap="square" anchor="t" lIns="0" rIns="0" tIns="0" bIns="0">
            <a:noAutofit/>
          </a:bodyPr>
          <a:lstStyle>
            <a:lvl1pPr marL="0" indent="0" algn="l">
              <a:buNone/>
              <a:defRPr sz="3200" b="1" spc="-25">
                <a:solidFill>
                  <a:srgbClr val="1D1D1F"/>
                </a:solidFill>
                <a:latin typeface="SF Pro Display"/>
              </a:defRPr>
            </a:lvl1pPr>
            <a:lvl2pPr marL="0" indent="0" algn="l">
              <a:buNone/>
              <a:defRPr sz="3200" b="1" spc="-25">
                <a:solidFill>
                  <a:srgbClr val="1D1D1F"/>
                </a:solidFill>
                <a:latin typeface="SF Pro Display"/>
              </a:defRPr>
            </a:lvl2pPr>
            <a:lvl3pPr marL="0" indent="0" algn="l">
              <a:buNone/>
              <a:defRPr sz="3200" b="1" spc="-25">
                <a:solidFill>
                  <a:srgbClr val="1D1D1F"/>
                </a:solidFill>
                <a:latin typeface="SF Pro Display"/>
              </a:defRPr>
            </a:lvl3pPr>
            <a:lvl4pPr marL="0" indent="0" algn="l">
              <a:buNone/>
              <a:defRPr sz="3200" b="1" spc="-25">
                <a:solidFill>
                  <a:srgbClr val="1D1D1F"/>
                </a:solidFill>
                <a:latin typeface="SF Pro Display"/>
              </a:defRPr>
            </a:lvl4pPr>
            <a:lvl5pPr marL="0" indent="0" algn="l">
              <a:buNone/>
              <a:defRPr sz="3200" b="1" spc="-25">
                <a:solidFill>
                  <a:srgbClr val="1D1D1F"/>
                </a:solidFill>
                <a:latin typeface="SF Pro Display"/>
              </a:defRPr>
            </a:lvl5pPr>
            <a:lvl6pPr marL="0" indent="0" algn="l">
              <a:buNone/>
              <a:defRPr sz="3200" b="1" spc="-25">
                <a:solidFill>
                  <a:srgbClr val="1D1D1F"/>
                </a:solidFill>
                <a:latin typeface="SF Pro Display"/>
              </a:defRPr>
            </a:lvl6pPr>
            <a:lvl7pPr marL="0" indent="0" algn="l">
              <a:buNone/>
              <a:defRPr sz="3200" b="1" spc="-25">
                <a:solidFill>
                  <a:srgbClr val="1D1D1F"/>
                </a:solidFill>
                <a:latin typeface="SF Pro Display"/>
              </a:defRPr>
            </a:lvl7pPr>
            <a:lvl8pPr marL="0" indent="0" algn="l">
              <a:buNone/>
              <a:defRPr sz="3200" b="1" spc="-25">
                <a:solidFill>
                  <a:srgbClr val="1D1D1F"/>
                </a:solidFill>
                <a:latin typeface="SF Pro Display"/>
              </a:defRPr>
            </a:lvl8pPr>
            <a:lvl9pPr marL="0" indent="0" algn="l">
              <a:buNone/>
              <a:defRPr sz="3200" b="1" spc="-25">
                <a:solidFill>
                  <a:srgbClr val="1D1D1F"/>
                </a:solidFill>
                <a:latin typeface="SF Pro Display"/>
              </a:defRPr>
            </a:lvl9pPr>
          </a:lstStyle>
          <a:p>
            <a:pPr algn="l" marL="0" indent="0">
              <a:lnSpc>
                <a:spcPts val="3800"/>
              </a:lnSpc>
              <a:spcBef>
                <a:spcPts val="0"/>
              </a:spcBef>
              <a:spcAft>
                <a:spcPts val="0"/>
              </a:spcAft>
              <a:defRPr sz="3200" b="1">
                <a:solidFill>
                  <a:srgbClr val="1D1D1F"/>
                </a:solidFill>
                <a:latin typeface="SF Pro Display"/>
              </a:defRPr>
            </a:pPr>
            <a:r>
              <a:rPr sz="3200" b="1" i="0" spc="-25">
                <a:solidFill>
                  <a:srgbClr val="1D1D1F"/>
                </a:solidFill>
                <a:latin typeface="SF Pro Display"/>
              </a:rPr>
              <a:t>Report headline</a:t>
            </a:r>
          </a:p>
        </p:txBody>
      </p:sp>
      <p:sp>
        <p:nvSpPr>
          <p:cNvPr id="3" name="Report body"/>
          <p:cNvSpPr>
            <a:spLocks noGrp="1"/>
          </p:cNvSpPr>
          <p:nvPr>
            <p:ph type="body" idx="1"/>
          </p:nvPr>
        </p:nvSpPr>
        <p:spPr>
          <a:xfrm>
            <a:off x="571500" y="1612900"/>
            <a:ext cx="11049000" cy="4483100"/>
          </a:xfrm>
          <a:prstGeom prst="rect">
            <a:avLst/>
          </a:prstGeom>
          <a:noFill/>
        </p:spPr>
        <p:txBody>
          <a:bodyPr wrap="square" anchor="t" lIns="0" rIns="0" tIns="0" bIns="0">
            <a:noAutofit/>
          </a:bodyPr>
          <a:lstStyle>
            <a:lvl1pPr marL="0" indent="0" algn="l">
              <a:buNone/>
              <a:defRPr sz="1000" b="0">
                <a:solidFill>
                  <a:srgbClr val="1D1D1F"/>
                </a:solidFill>
                <a:latin typeface="SF Pro Text"/>
              </a:defRPr>
            </a:lvl1pPr>
            <a:lvl2pPr marL="0" indent="0" algn="l">
              <a:buNone/>
              <a:defRPr sz="1000" b="0">
                <a:solidFill>
                  <a:srgbClr val="1D1D1F"/>
                </a:solidFill>
                <a:latin typeface="SF Pro Text"/>
              </a:defRPr>
            </a:lvl2pPr>
            <a:lvl3pPr marL="0" indent="0" algn="l">
              <a:buNone/>
              <a:defRPr sz="1000" b="0">
                <a:solidFill>
                  <a:srgbClr val="1D1D1F"/>
                </a:solidFill>
                <a:latin typeface="SF Pro Text"/>
              </a:defRPr>
            </a:lvl3pPr>
            <a:lvl4pPr marL="0" indent="0" algn="l">
              <a:buNone/>
              <a:defRPr sz="1000" b="0">
                <a:solidFill>
                  <a:srgbClr val="1D1D1F"/>
                </a:solidFill>
                <a:latin typeface="SF Pro Text"/>
              </a:defRPr>
            </a:lvl4pPr>
            <a:lvl5pPr marL="0" indent="0" algn="l">
              <a:buNone/>
              <a:defRPr sz="1000" b="0">
                <a:solidFill>
                  <a:srgbClr val="1D1D1F"/>
                </a:solidFill>
                <a:latin typeface="SF Pro Text"/>
              </a:defRPr>
            </a:lvl5pPr>
            <a:lvl6pPr marL="0" indent="0" algn="l">
              <a:buNone/>
              <a:defRPr sz="1000" b="0">
                <a:solidFill>
                  <a:srgbClr val="1D1D1F"/>
                </a:solidFill>
                <a:latin typeface="SF Pro Text"/>
              </a:defRPr>
            </a:lvl6pPr>
            <a:lvl7pPr marL="0" indent="0" algn="l">
              <a:buNone/>
              <a:defRPr sz="1000" b="0">
                <a:solidFill>
                  <a:srgbClr val="1D1D1F"/>
                </a:solidFill>
                <a:latin typeface="SF Pro Text"/>
              </a:defRPr>
            </a:lvl7pPr>
            <a:lvl8pPr marL="0" indent="0" algn="l">
              <a:buNone/>
              <a:defRPr sz="1000" b="0">
                <a:solidFill>
                  <a:srgbClr val="1D1D1F"/>
                </a:solidFill>
                <a:latin typeface="SF Pro Text"/>
              </a:defRPr>
            </a:lvl8pPr>
            <a:lvl9pPr marL="0" indent="0" algn="l">
              <a:buNone/>
              <a:defRPr sz="1000" b="0">
                <a:solidFill>
                  <a:srgbClr val="1D1D1F"/>
                </a:solidFill>
                <a:latin typeface="SF Pro Text"/>
              </a:defRPr>
            </a:lvl9pPr>
          </a:lstStyle>
          <a:p>
            <a:pPr algn="l" marL="0" indent="0">
              <a:lnSpc>
                <a:spcPts val="1400"/>
              </a:lnSpc>
              <a:spcBef>
                <a:spcPts val="0"/>
              </a:spcBef>
              <a:spcAft>
                <a:spcPts val="0"/>
              </a:spcAft>
              <a:defRPr sz="1000" b="0">
                <a:solidFill>
                  <a:srgbClr val="1D1D1F"/>
                </a:solidFill>
                <a:latin typeface="SF Pro Text"/>
              </a:defRPr>
            </a:pPr>
            <a:r>
              <a:rPr sz="1000" b="0" i="0">
                <a:solidFill>
                  <a:srgbClr val="1D1D1F"/>
                </a:solidFill>
                <a:latin typeface="SF Pro Text"/>
              </a:rPr>
              <a:t>Add evidence</a:t>
            </a:r>
          </a:p>
        </p:txBody>
      </p:sp>
      <p:sp>
        <p:nvSpPr>
          <p:cNvPr id="4" name="Footer rule"/>
          <p:cNvSpPr txBox="1"/>
          <p:nvPr/>
        </p:nvSpPr>
        <p:spPr>
          <a:xfrm>
            <a:off x="571500" y="6375400"/>
            <a:ext cx="11049000" cy="6350"/>
          </a:xfrm>
          <a:prstGeom prst="rect">
            <a:avLst/>
          </a:prstGeom>
          <a:solidFill>
            <a:srgbClr val="D2D2D7"/>
          </a:solidFill>
        </p:spPr>
        <p:txBody>
          <a:bodyPr wrap="square" anchor="t" lIns="0" rIns="0" tIns="0" bIns="0">
            <a:noAutofit/>
          </a:bodyPr>
          <a:lstStyle>
            <a:lvl1pPr marL="0" indent="0" algn="l">
              <a:buNone/>
              <a:defRPr sz="900" b="0">
                <a:solidFill>
                  <a:srgbClr val="6E6E73"/>
                </a:solidFill>
                <a:latin typeface="SF Pro Text"/>
              </a:defRPr>
            </a:lvl1pPr>
            <a:lvl2pPr marL="0" indent="0" algn="l">
              <a:buNone/>
              <a:defRPr sz="900" b="0">
                <a:solidFill>
                  <a:srgbClr val="6E6E73"/>
                </a:solidFill>
                <a:latin typeface="SF Pro Text"/>
              </a:defRPr>
            </a:lvl2pPr>
            <a:lvl3pPr marL="0" indent="0" algn="l">
              <a:buNone/>
              <a:defRPr sz="900" b="0">
                <a:solidFill>
                  <a:srgbClr val="6E6E73"/>
                </a:solidFill>
                <a:latin typeface="SF Pro Text"/>
              </a:defRPr>
            </a:lvl3pPr>
            <a:lvl4pPr marL="0" indent="0" algn="l">
              <a:buNone/>
              <a:defRPr sz="900" b="0">
                <a:solidFill>
                  <a:srgbClr val="6E6E73"/>
                </a:solidFill>
                <a:latin typeface="SF Pro Text"/>
              </a:defRPr>
            </a:lvl4pPr>
            <a:lvl5pPr marL="0" indent="0" algn="l">
              <a:buNone/>
              <a:defRPr sz="900" b="0">
                <a:solidFill>
                  <a:srgbClr val="6E6E73"/>
                </a:solidFill>
                <a:latin typeface="SF Pro Text"/>
              </a:defRPr>
            </a:lvl5pPr>
            <a:lvl6pPr marL="0" indent="0" algn="l">
              <a:buNone/>
              <a:defRPr sz="900" b="0">
                <a:solidFill>
                  <a:srgbClr val="6E6E73"/>
                </a:solidFill>
                <a:latin typeface="SF Pro Text"/>
              </a:defRPr>
            </a:lvl6pPr>
            <a:lvl7pPr marL="0" indent="0" algn="l">
              <a:buNone/>
              <a:defRPr sz="900" b="0">
                <a:solidFill>
                  <a:srgbClr val="6E6E73"/>
                </a:solidFill>
                <a:latin typeface="SF Pro Text"/>
              </a:defRPr>
            </a:lvl7pPr>
            <a:lvl8pPr marL="0" indent="0" algn="l">
              <a:buNone/>
              <a:defRPr sz="900" b="0">
                <a:solidFill>
                  <a:srgbClr val="6E6E73"/>
                </a:solidFill>
                <a:latin typeface="SF Pro Text"/>
              </a:defRPr>
            </a:lvl8pPr>
            <a:lvl9pPr marL="0" indent="0" algn="l">
              <a:buNone/>
              <a:defRPr sz="900" b="0">
                <a:solidFill>
                  <a:srgbClr val="6E6E73"/>
                </a:solidFill>
                <a:latin typeface="SF Pro Text"/>
              </a:defRPr>
            </a:lvl9pPr>
          </a:lstStyle>
          <a:p>
            <a:pPr algn="l" marL="0" indent="0">
              <a:lnSpc>
                <a:spcPts val="1200"/>
              </a:lnSpc>
              <a:spcBef>
                <a:spcPts val="0"/>
              </a:spcBef>
              <a:spcAft>
                <a:spcPts val="0"/>
              </a:spcAft>
              <a:defRPr sz="900" b="0">
                <a:solidFill>
                  <a:srgbClr val="6E6E73"/>
                </a:solidFill>
                <a:latin typeface="SF Pro Text"/>
              </a:defRPr>
            </a:pPr>
            <a:r>
              <a:rPr sz="900" b="0" i="0">
                <a:solidFill>
                  <a:srgbClr val="6E6E73"/>
                </a:solidFill>
                <a:latin typeface="SF Pro Text"/>
              </a:rPr>
              <a:t/>
            </a:r>
          </a:p>
        </p:txBody>
      </p:sp>
      <p:sp>
        <p:nvSpPr>
          <p:cNvPr id="5" name="Classification"/>
          <p:cNvSpPr txBox="1"/>
          <p:nvPr/>
        </p:nvSpPr>
        <p:spPr>
          <a:xfrm>
            <a:off x="10171711" y="6483350"/>
            <a:ext cx="877288" cy="165100"/>
          </a:xfrm>
          <a:prstGeom prst="rect">
            <a:avLst/>
          </a:prstGeom>
          <a:noFill/>
        </p:spPr>
        <p:txBody>
          <a:bodyPr wrap="none" anchor="t" lIns="0" rIns="0" tIns="0" bIns="0">
            <a:noAutofit/>
          </a:bodyPr>
          <a:lstStyle>
            <a:lvl1pPr marL="0" indent="0" algn="l">
              <a:buNone/>
              <a:defRPr sz="900" b="0">
                <a:solidFill>
                  <a:srgbClr val="6E6E73"/>
                </a:solidFill>
                <a:latin typeface="SF Pro Text"/>
              </a:defRPr>
            </a:lvl1pPr>
            <a:lvl2pPr marL="0" indent="0" algn="l">
              <a:buNone/>
              <a:defRPr sz="900" b="0">
                <a:solidFill>
                  <a:srgbClr val="6E6E73"/>
                </a:solidFill>
                <a:latin typeface="SF Pro Text"/>
              </a:defRPr>
            </a:lvl2pPr>
            <a:lvl3pPr marL="0" indent="0" algn="l">
              <a:buNone/>
              <a:defRPr sz="900" b="0">
                <a:solidFill>
                  <a:srgbClr val="6E6E73"/>
                </a:solidFill>
                <a:latin typeface="SF Pro Text"/>
              </a:defRPr>
            </a:lvl3pPr>
            <a:lvl4pPr marL="0" indent="0" algn="l">
              <a:buNone/>
              <a:defRPr sz="900" b="0">
                <a:solidFill>
                  <a:srgbClr val="6E6E73"/>
                </a:solidFill>
                <a:latin typeface="SF Pro Text"/>
              </a:defRPr>
            </a:lvl4pPr>
            <a:lvl5pPr marL="0" indent="0" algn="l">
              <a:buNone/>
              <a:defRPr sz="900" b="0">
                <a:solidFill>
                  <a:srgbClr val="6E6E73"/>
                </a:solidFill>
                <a:latin typeface="SF Pro Text"/>
              </a:defRPr>
            </a:lvl5pPr>
            <a:lvl6pPr marL="0" indent="0" algn="l">
              <a:buNone/>
              <a:defRPr sz="900" b="0">
                <a:solidFill>
                  <a:srgbClr val="6E6E73"/>
                </a:solidFill>
                <a:latin typeface="SF Pro Text"/>
              </a:defRPr>
            </a:lvl6pPr>
            <a:lvl7pPr marL="0" indent="0" algn="l">
              <a:buNone/>
              <a:defRPr sz="900" b="0">
                <a:solidFill>
                  <a:srgbClr val="6E6E73"/>
                </a:solidFill>
                <a:latin typeface="SF Pro Text"/>
              </a:defRPr>
            </a:lvl7pPr>
            <a:lvl8pPr marL="0" indent="0" algn="l">
              <a:buNone/>
              <a:defRPr sz="900" b="0">
                <a:solidFill>
                  <a:srgbClr val="6E6E73"/>
                </a:solidFill>
                <a:latin typeface="SF Pro Text"/>
              </a:defRPr>
            </a:lvl8pPr>
            <a:lvl9pPr marL="0" indent="0" algn="l">
              <a:buNone/>
              <a:defRPr sz="900" b="0">
                <a:solidFill>
                  <a:srgbClr val="6E6E73"/>
                </a:solidFill>
                <a:latin typeface="SF Pro Text"/>
              </a:defRPr>
            </a:lvl9pPr>
          </a:lstStyle>
          <a:p>
            <a:pPr algn="r" marL="0" indent="0">
              <a:lnSpc>
                <a:spcPts val="1200"/>
              </a:lnSpc>
              <a:spcBef>
                <a:spcPts val="0"/>
              </a:spcBef>
              <a:spcAft>
                <a:spcPts val="0"/>
              </a:spcAft>
              <a:defRPr sz="900" b="0">
                <a:solidFill>
                  <a:srgbClr val="6E6E73"/>
                </a:solidFill>
                <a:latin typeface="SF Pro Text"/>
              </a:defRPr>
            </a:pPr>
            <a:r>
              <a:rPr sz="900" b="0" i="0">
                <a:solidFill>
                  <a:srgbClr val="6E6E73"/>
                </a:solidFill>
                <a:latin typeface="SF Pro Text"/>
              </a:rPr>
              <a:t>Public example</a:t>
            </a:r>
          </a:p>
        </p:txBody>
      </p:sp>
      <p:sp>
        <p:nvSpPr>
          <p:cNvPr id="6" name="Slide number"/>
          <p:cNvSpPr txBox="1"/>
          <p:nvPr/>
        </p:nvSpPr>
        <p:spPr>
          <a:xfrm>
            <a:off x="11176000" y="6483350"/>
            <a:ext cx="444500" cy="165100"/>
          </a:xfrm>
          <a:prstGeom prst="rect">
            <a:avLst/>
          </a:prstGeom>
          <a:noFill/>
        </p:spPr>
        <p:txBody>
          <a:bodyPr wrap="none" anchor="t" lIns="0" rIns="0" tIns="0" bIns="0">
            <a:noAutofit/>
          </a:bodyPr>
          <a:lstStyle>
            <a:lvl1pPr marL="0" indent="0" algn="l">
              <a:buNone/>
              <a:defRPr sz="900" b="0">
                <a:solidFill>
                  <a:srgbClr val="6E6E73"/>
                </a:solidFill>
                <a:latin typeface="SF Pro Text"/>
              </a:defRPr>
            </a:lvl1pPr>
            <a:lvl2pPr marL="0" indent="0" algn="l">
              <a:buNone/>
              <a:defRPr sz="900" b="0">
                <a:solidFill>
                  <a:srgbClr val="6E6E73"/>
                </a:solidFill>
                <a:latin typeface="SF Pro Text"/>
              </a:defRPr>
            </a:lvl2pPr>
            <a:lvl3pPr marL="0" indent="0" algn="l">
              <a:buNone/>
              <a:defRPr sz="900" b="0">
                <a:solidFill>
                  <a:srgbClr val="6E6E73"/>
                </a:solidFill>
                <a:latin typeface="SF Pro Text"/>
              </a:defRPr>
            </a:lvl3pPr>
            <a:lvl4pPr marL="0" indent="0" algn="l">
              <a:buNone/>
              <a:defRPr sz="900" b="0">
                <a:solidFill>
                  <a:srgbClr val="6E6E73"/>
                </a:solidFill>
                <a:latin typeface="SF Pro Text"/>
              </a:defRPr>
            </a:lvl4pPr>
            <a:lvl5pPr marL="0" indent="0" algn="l">
              <a:buNone/>
              <a:defRPr sz="900" b="0">
                <a:solidFill>
                  <a:srgbClr val="6E6E73"/>
                </a:solidFill>
                <a:latin typeface="SF Pro Text"/>
              </a:defRPr>
            </a:lvl5pPr>
            <a:lvl6pPr marL="0" indent="0" algn="l">
              <a:buNone/>
              <a:defRPr sz="900" b="0">
                <a:solidFill>
                  <a:srgbClr val="6E6E73"/>
                </a:solidFill>
                <a:latin typeface="SF Pro Text"/>
              </a:defRPr>
            </a:lvl6pPr>
            <a:lvl7pPr marL="0" indent="0" algn="l">
              <a:buNone/>
              <a:defRPr sz="900" b="0">
                <a:solidFill>
                  <a:srgbClr val="6E6E73"/>
                </a:solidFill>
                <a:latin typeface="SF Pro Text"/>
              </a:defRPr>
            </a:lvl7pPr>
            <a:lvl8pPr marL="0" indent="0" algn="l">
              <a:buNone/>
              <a:defRPr sz="900" b="0">
                <a:solidFill>
                  <a:srgbClr val="6E6E73"/>
                </a:solidFill>
                <a:latin typeface="SF Pro Text"/>
              </a:defRPr>
            </a:lvl8pPr>
            <a:lvl9pPr marL="0" indent="0" algn="l">
              <a:buNone/>
              <a:defRPr sz="900" b="0">
                <a:solidFill>
                  <a:srgbClr val="6E6E73"/>
                </a:solidFill>
                <a:latin typeface="SF Pro Text"/>
              </a:defRPr>
            </a:lvl9pPr>
          </a:lstStyle>
          <a:p>
            <a:pPr algn="r" marL="0" indent="0">
              <a:lnSpc>
                <a:spcPts val="1200"/>
              </a:lnSpc>
              <a:spcBef>
                <a:spcPts val="0"/>
              </a:spcBef>
              <a:spcAft>
                <a:spcPts val="0"/>
              </a:spcAft>
              <a:defRPr sz="900" b="0">
                <a:solidFill>
                  <a:srgbClr val="6E6E73"/>
                </a:solidFill>
                <a:latin typeface="SF Pro Text"/>
              </a:defRPr>
            </a:pPr>
            <a:fld id="{E489ECF8-1CA1-4BCF-B114-E20F95E4D8F6}" type="slidenum">
              <a:rPr sz="900" b="0" i="0">
                <a:solidFill>
                  <a:srgbClr val="6E6E73"/>
                </a:solidFill>
                <a:latin typeface="SF Pro Text"/>
              </a:rPr>
              <a:t>1</a:t>
            </a:fld>
          </a:p>
        </p:txBody>
      </p:sp>
    </p:spTree>
    <p:extLst>
      <p:ext uri="{BB962C8B-B14F-4D97-AF65-F5344CB8AC3E}">
        <p14:creationId xmlns:p14="http://schemas.microsoft.com/office/powerpoint/2010/main" val="96064837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2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1500" y="679450"/>
            <a:ext cx="11049000" cy="520700"/>
          </a:xfrm>
          <a:prstGeom prst="rect">
            <a:avLst/>
          </a:prstGeom>
        </p:spPr>
        <p:txBody>
          <a:bodyPr vert="horz" lIns="0" tIns="0" rIns="0" bIns="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100">
                <a:solidFill>
                  <a:schemeClr val="tx1"/>
                </a:solidFill>
                <a:latin typeface="SF Pro Text"/>
                <a:ea typeface="SF Pro Text"/>
                <a:cs typeface="SF Pro Text"/>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100">
                <a:solidFill>
                  <a:schemeClr val="tx1"/>
                </a:solidFill>
                <a:latin typeface="SF Pro Text"/>
                <a:ea typeface="SF Pro Text"/>
                <a:cs typeface="SF Pro Text"/>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100">
                <a:solidFill>
                  <a:schemeClr val="tx1"/>
                </a:solidFill>
                <a:latin typeface="SF Pro Text"/>
                <a:ea typeface="SF Pro Text"/>
                <a:cs typeface="SF Pro Tex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400" kern="1200" b="1">
          <a:solidFill>
            <a:schemeClr val="tx1"/>
          </a:solidFill>
          <a:latin typeface="SF Pro Display"/>
          <a:ea typeface="SF Pro Display"/>
          <a:cs typeface="SF Pro Display"/>
        </a:defRPr>
      </a:lvl1pPr>
    </p:titleStyle>
    <p:bodyStyle>
      <a:lvl1pPr marL="342900" indent="-342900" algn="l" defTabSz="457200" rtl="0" eaLnBrk="1" latinLnBrk="0" hangingPunct="1">
        <a:spcBef>
          <a:spcPct val="20000"/>
        </a:spcBef>
        <a:buFont typeface="Arial"/>
        <a:buChar char="•"/>
        <a:defRPr sz="1100" kern="1200">
          <a:solidFill>
            <a:schemeClr val="tx1"/>
          </a:solidFill>
          <a:latin typeface="SF Pro Text"/>
          <a:ea typeface="SF Pro Text"/>
          <a:cs typeface="SF Pro Text"/>
        </a:defRPr>
      </a:lvl1pPr>
      <a:lvl2pPr marL="742950" indent="-285750" algn="l" defTabSz="457200" rtl="0" eaLnBrk="1" latinLnBrk="0" hangingPunct="1">
        <a:spcBef>
          <a:spcPct val="20000"/>
        </a:spcBef>
        <a:buFont typeface="Arial"/>
        <a:buChar char="–"/>
        <a:defRPr sz="1100" kern="1200">
          <a:solidFill>
            <a:schemeClr val="tx1"/>
          </a:solidFill>
          <a:latin typeface="SF Pro Text"/>
          <a:ea typeface="SF Pro Text"/>
          <a:cs typeface="SF Pro Text"/>
        </a:defRPr>
      </a:lvl2pPr>
      <a:lvl3pPr marL="1143000" indent="-228600" algn="l" defTabSz="457200" rtl="0" eaLnBrk="1" latinLnBrk="0" hangingPunct="1">
        <a:spcBef>
          <a:spcPct val="20000"/>
        </a:spcBef>
        <a:buFont typeface="Arial"/>
        <a:buChar char="•"/>
        <a:defRPr sz="1100" kern="1200">
          <a:solidFill>
            <a:schemeClr val="tx1"/>
          </a:solidFill>
          <a:latin typeface="SF Pro Text"/>
          <a:ea typeface="SF Pro Text"/>
          <a:cs typeface="SF Pro Text"/>
        </a:defRPr>
      </a:lvl3pPr>
      <a:lvl4pPr marL="1600200" indent="-228600" algn="l" defTabSz="457200" rtl="0" eaLnBrk="1" latinLnBrk="0" hangingPunct="1">
        <a:spcBef>
          <a:spcPct val="20000"/>
        </a:spcBef>
        <a:buFont typeface="Arial"/>
        <a:buChar char="–"/>
        <a:defRPr sz="1100" kern="1200">
          <a:solidFill>
            <a:schemeClr val="tx1"/>
          </a:solidFill>
          <a:latin typeface="SF Pro Text"/>
          <a:ea typeface="SF Pro Text"/>
          <a:cs typeface="SF Pro Text"/>
        </a:defRPr>
      </a:lvl4pPr>
      <a:lvl5pPr marL="2057400" indent="-228600" algn="l" defTabSz="457200" rtl="0" eaLnBrk="1" latinLnBrk="0" hangingPunct="1">
        <a:spcBef>
          <a:spcPct val="20000"/>
        </a:spcBef>
        <a:buFont typeface="Arial"/>
        <a:buChar char="»"/>
        <a:defRPr sz="1100" kern="1200">
          <a:solidFill>
            <a:schemeClr val="tx1"/>
          </a:solidFill>
          <a:latin typeface="SF Pro Text"/>
          <a:ea typeface="SF Pro Text"/>
          <a:cs typeface="SF Pro Text"/>
        </a:defRPr>
      </a:lvl5pPr>
      <a:lvl6pPr marL="2514600" indent="-228600" algn="l" defTabSz="457200" rtl="0" eaLnBrk="1" latinLnBrk="0" hangingPunct="1">
        <a:spcBef>
          <a:spcPct val="20000"/>
        </a:spcBef>
        <a:buFont typeface="Arial"/>
        <a:buChar char="•"/>
        <a:defRPr sz="1100" kern="1200">
          <a:solidFill>
            <a:schemeClr val="tx1"/>
          </a:solidFill>
          <a:latin typeface="SF Pro Text"/>
          <a:ea typeface="SF Pro Text"/>
          <a:cs typeface="SF Pro Text"/>
        </a:defRPr>
      </a:lvl6pPr>
      <a:lvl7pPr marL="2971800" indent="-228600" algn="l" defTabSz="457200" rtl="0" eaLnBrk="1" latinLnBrk="0" hangingPunct="1">
        <a:spcBef>
          <a:spcPct val="20000"/>
        </a:spcBef>
        <a:buFont typeface="Arial"/>
        <a:buChar char="•"/>
        <a:defRPr sz="1100" kern="1200">
          <a:solidFill>
            <a:schemeClr val="tx1"/>
          </a:solidFill>
          <a:latin typeface="SF Pro Text"/>
          <a:ea typeface="SF Pro Text"/>
          <a:cs typeface="SF Pro Text"/>
        </a:defRPr>
      </a:lvl7pPr>
      <a:lvl8pPr marL="3429000" indent="-228600" algn="l" defTabSz="457200" rtl="0" eaLnBrk="1" latinLnBrk="0" hangingPunct="1">
        <a:spcBef>
          <a:spcPct val="20000"/>
        </a:spcBef>
        <a:buFont typeface="Arial"/>
        <a:buChar char="•"/>
        <a:defRPr sz="1100" kern="1200">
          <a:solidFill>
            <a:schemeClr val="tx1"/>
          </a:solidFill>
          <a:latin typeface="SF Pro Text"/>
          <a:ea typeface="SF Pro Text"/>
          <a:cs typeface="SF Pro Text"/>
        </a:defRPr>
      </a:lvl8pPr>
      <a:lvl9pPr marL="3886200" indent="-228600" algn="l" defTabSz="457200" rtl="0" eaLnBrk="1" latinLnBrk="0" hangingPunct="1">
        <a:spcBef>
          <a:spcPct val="20000"/>
        </a:spcBef>
        <a:buFont typeface="Arial"/>
        <a:buChar char="•"/>
        <a:defRPr sz="1100" kern="1200">
          <a:solidFill>
            <a:schemeClr val="tx1"/>
          </a:solidFill>
          <a:latin typeface="SF Pro Text"/>
          <a:ea typeface="SF Pro Text"/>
          <a:cs typeface="SF Pro Text"/>
        </a:defRPr>
      </a:lvl9pPr>
    </p:bodyStyle>
    <p:otherStyle>
      <a:defPPr>
        <a:defRPr lang="en-US" sz="1100">
          <a:solidFill>
            <a:schemeClr val="tx1"/>
          </a:solidFill>
          <a:latin typeface="SF Pro Text"/>
          <a:ea typeface="SF Pro Text"/>
          <a:cs typeface="SF Pro Text"/>
        </a:defRPr>
      </a:defPPr>
      <a:lvl1pPr marL="0" algn="l" defTabSz="457200" rtl="0" eaLnBrk="1" latinLnBrk="0" hangingPunct="1">
        <a:defRPr sz="1100" kern="1200">
          <a:solidFill>
            <a:schemeClr val="tx1"/>
          </a:solidFill>
          <a:latin typeface="SF Pro Text"/>
          <a:ea typeface="SF Pro Text"/>
          <a:cs typeface="SF Pro Text"/>
        </a:defRPr>
      </a:lvl1pPr>
      <a:lvl2pPr marL="457200" algn="l" defTabSz="457200" rtl="0" eaLnBrk="1" latinLnBrk="0" hangingPunct="1">
        <a:defRPr sz="1100" kern="1200">
          <a:solidFill>
            <a:schemeClr val="tx1"/>
          </a:solidFill>
          <a:latin typeface="SF Pro Text"/>
          <a:ea typeface="SF Pro Text"/>
          <a:cs typeface="SF Pro Text"/>
        </a:defRPr>
      </a:lvl2pPr>
      <a:lvl3pPr marL="914400" algn="l" defTabSz="457200" rtl="0" eaLnBrk="1" latinLnBrk="0" hangingPunct="1">
        <a:defRPr sz="1100" kern="1200">
          <a:solidFill>
            <a:schemeClr val="tx1"/>
          </a:solidFill>
          <a:latin typeface="SF Pro Text"/>
          <a:ea typeface="SF Pro Text"/>
          <a:cs typeface="SF Pro Text"/>
        </a:defRPr>
      </a:lvl3pPr>
      <a:lvl4pPr marL="1371600" algn="l" defTabSz="457200" rtl="0" eaLnBrk="1" latinLnBrk="0" hangingPunct="1">
        <a:defRPr sz="1100" kern="1200">
          <a:solidFill>
            <a:schemeClr val="tx1"/>
          </a:solidFill>
          <a:latin typeface="SF Pro Text"/>
          <a:ea typeface="SF Pro Text"/>
          <a:cs typeface="SF Pro Text"/>
        </a:defRPr>
      </a:lvl4pPr>
      <a:lvl5pPr marL="1828800" algn="l" defTabSz="457200" rtl="0" eaLnBrk="1" latinLnBrk="0" hangingPunct="1">
        <a:defRPr sz="1100" kern="1200">
          <a:solidFill>
            <a:schemeClr val="tx1"/>
          </a:solidFill>
          <a:latin typeface="SF Pro Text"/>
          <a:ea typeface="SF Pro Text"/>
          <a:cs typeface="SF Pro Text"/>
        </a:defRPr>
      </a:lvl5pPr>
      <a:lvl6pPr marL="2286000" algn="l" defTabSz="457200" rtl="0" eaLnBrk="1" latinLnBrk="0" hangingPunct="1">
        <a:defRPr sz="1100" kern="1200">
          <a:solidFill>
            <a:schemeClr val="tx1"/>
          </a:solidFill>
          <a:latin typeface="SF Pro Text"/>
          <a:ea typeface="SF Pro Text"/>
          <a:cs typeface="SF Pro Text"/>
        </a:defRPr>
      </a:lvl6pPr>
      <a:lvl7pPr marL="2743200" algn="l" defTabSz="457200" rtl="0" eaLnBrk="1" latinLnBrk="0" hangingPunct="1">
        <a:defRPr sz="1100" kern="1200">
          <a:solidFill>
            <a:schemeClr val="tx1"/>
          </a:solidFill>
          <a:latin typeface="SF Pro Text"/>
          <a:ea typeface="SF Pro Text"/>
          <a:cs typeface="SF Pro Text"/>
        </a:defRPr>
      </a:lvl7pPr>
      <a:lvl8pPr marL="3200400" algn="l" defTabSz="457200" rtl="0" eaLnBrk="1" latinLnBrk="0" hangingPunct="1">
        <a:defRPr sz="1100" kern="1200">
          <a:solidFill>
            <a:schemeClr val="tx1"/>
          </a:solidFill>
          <a:latin typeface="SF Pro Text"/>
          <a:ea typeface="SF Pro Text"/>
          <a:cs typeface="SF Pro Text"/>
        </a:defRPr>
      </a:lvl8pPr>
      <a:lvl9pPr marL="3657600" algn="l" defTabSz="457200" rtl="0" eaLnBrk="1" latinLnBrk="0" hangingPunct="1">
        <a:defRPr sz="1100" kern="1200">
          <a:solidFill>
            <a:schemeClr val="tx1"/>
          </a:solidFill>
          <a:latin typeface="SF Pro Text"/>
          <a:ea typeface="SF Pro Text"/>
          <a:cs typeface="SF Pro Tex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image" Target="../media/image1.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name="title-evidence · default">
    <p:bg>
      <p:bgPr>
        <a:solidFill>
          <a:srgbClr val="F3F2F5"/>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eyebrow"/>
          <p:cNvSpPr txBox="1"/>
          <p:nvPr/>
        </p:nvSpPr>
        <p:spPr>
          <a:xfrm>
            <a:off x="571500" y="368300"/>
            <a:ext cx="11049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Report Slides skill | </a:t>
            </a:r>
            <a:r>
              <a:rPr sz="1000" b="0" i="0">
                <a:solidFill>
                  <a:srgbClr val="3C3C3E"/>
                </a:solidFill>
                <a:latin typeface="SF Pro Text"/>
              </a:rPr>
              <a:t>Why</a:t>
            </a:r>
          </a:p>
        </p:txBody>
      </p:sp>
      <p:sp>
        <p:nvSpPr>
          <p:cNvPr id="4" name="text"/>
          <p:cNvSpPr txBox="1"/>
          <p:nvPr/>
        </p:nvSpPr>
        <p:spPr>
          <a:xfrm>
            <a:off x="571500" y="1295400"/>
            <a:ext cx="6223000" cy="736600"/>
          </a:xfrm>
          <a:prstGeom prst="rect">
            <a:avLst/>
          </a:prstGeom>
          <a:noFill/>
        </p:spPr>
        <p:txBody>
          <a:bodyPr wrap="square" anchor="t" lIns="0" rIns="0" tIns="0" bIns="0">
            <a:noAutofit/>
          </a:bodyPr>
          <a:lstStyle/>
          <a:p>
            <a:pPr algn="l">
              <a:lnSpc>
                <a:spcPts val="5800"/>
              </a:lnSpc>
              <a:spcBef>
                <a:spcPts val="0"/>
              </a:spcBef>
              <a:spcAft>
                <a:spcPts val="0"/>
              </a:spcAft>
              <a:defRPr sz="5600">
                <a:latin typeface="SF Pro Display"/>
              </a:defRPr>
            </a:pPr>
            <a:r>
              <a:rPr sz="5600" b="1" i="0">
                <a:solidFill>
                  <a:srgbClr val="3C3C3E"/>
                </a:solidFill>
                <a:latin typeface="SF Pro Display"/>
              </a:rPr>
              <a:t>Report Slides skill</a:t>
            </a:r>
          </a:p>
        </p:txBody>
      </p:sp>
      <p:sp>
        <p:nvSpPr>
          <p:cNvPr id="5" name="text"/>
          <p:cNvSpPr txBox="1"/>
          <p:nvPr/>
        </p:nvSpPr>
        <p:spPr>
          <a:xfrm>
            <a:off x="7480300" y="4349750"/>
            <a:ext cx="4140200" cy="266700"/>
          </a:xfrm>
          <a:prstGeom prst="rect">
            <a:avLst/>
          </a:prstGeom>
          <a:noFill/>
        </p:spPr>
        <p:txBody>
          <a:bodyPr wrap="square" anchor="t" lIns="0" rIns="0" tIns="0" bIns="0">
            <a:noAutofit/>
          </a:bodyPr>
          <a:lstStyle/>
          <a:p>
            <a:pPr algn="l">
              <a:lnSpc>
                <a:spcPts val="2100"/>
              </a:lnSpc>
              <a:spcBef>
                <a:spcPts val="0"/>
              </a:spcBef>
              <a:spcAft>
                <a:spcPts val="0"/>
              </a:spcAft>
              <a:defRPr sz="1600">
                <a:latin typeface="SF Pro Text"/>
              </a:defRPr>
            </a:pPr>
            <a:r>
              <a:rPr sz="1600" b="0" i="0">
                <a:solidFill>
                  <a:srgbClr val="3C3C3E"/>
                </a:solidFill>
                <a:latin typeface="SF Pro Text"/>
              </a:rPr>
              <a:t>Aug 27 – Oct 8, 2026</a:t>
            </a:r>
          </a:p>
        </p:txBody>
      </p:sp>
      <p:sp>
        <p:nvSpPr>
          <p:cNvPr id="6" name="row-rule"/>
          <p:cNvSpPr/>
          <p:nvPr/>
        </p:nvSpPr>
        <p:spPr>
          <a:xfrm>
            <a:off x="571500" y="3924300"/>
            <a:ext cx="6096000" cy="6350"/>
          </a:xfrm>
          <a:prstGeom prst="rect">
            <a:avLst/>
          </a:prstGeom>
          <a:solidFill>
            <a:srgbClr val="D2D2D7"/>
          </a:solidFill>
          <a:ln>
            <a:noFill/>
          </a:ln>
          <a:effectLst/>
        </p:spPr>
        <p:txBody>
          <a:bodyPr rtlCol="0" anchor="ctr"/>
          <a:lstStyle/>
          <a:p>
            <a:pPr algn="ctr"/>
          </a:p>
        </p:txBody>
      </p:sp>
      <p:sp>
        <p:nvSpPr>
          <p:cNvPr id="7" name="text"/>
          <p:cNvSpPr txBox="1"/>
          <p:nvPr/>
        </p:nvSpPr>
        <p:spPr>
          <a:xfrm>
            <a:off x="571500" y="4216400"/>
            <a:ext cx="5842000" cy="990600"/>
          </a:xfrm>
          <a:prstGeom prst="rect">
            <a:avLst/>
          </a:prstGeom>
          <a:noFill/>
        </p:spPr>
        <p:txBody>
          <a:bodyPr wrap="square" anchor="t" lIns="0" rIns="0" tIns="0" bIns="0">
            <a:noAutofit/>
          </a:bodyPr>
          <a:lstStyle/>
          <a:p>
            <a:pPr algn="l">
              <a:lnSpc>
                <a:spcPts val="2600"/>
              </a:lnSpc>
              <a:spcBef>
                <a:spcPts val="0"/>
              </a:spcBef>
              <a:spcAft>
                <a:spcPts val="0"/>
              </a:spcAft>
              <a:defRPr sz="1400">
                <a:latin typeface="SF Pro Text"/>
              </a:defRPr>
            </a:pPr>
            <a:r>
              <a:rPr sz="1400" b="0" i="0">
                <a:solidFill>
                  <a:srgbClr val="3C3C3E"/>
                </a:solidFill>
                <a:latin typeface="SF Pro Text"/>
              </a:rPr>
              <a:t>Why</a:t>
            </a:r>
          </a:p>
          <a:p>
            <a:pPr algn="l">
              <a:lnSpc>
                <a:spcPts val="2600"/>
              </a:lnSpc>
              <a:spcBef>
                <a:spcPts val="0"/>
              </a:spcBef>
              <a:spcAft>
                <a:spcPts val="0"/>
              </a:spcAft>
              <a:defRPr sz="1400">
                <a:latin typeface="SF Pro Text"/>
              </a:defRPr>
            </a:pPr>
            <a:r>
              <a:rPr sz="1400" b="0" i="0">
                <a:solidFill>
                  <a:srgbClr val="3C3C3E"/>
                </a:solidFill>
                <a:latin typeface="SF Pro Text"/>
              </a:rPr>
              <a:t>How and when</a:t>
            </a:r>
          </a:p>
          <a:p>
            <a:pPr algn="l">
              <a:lnSpc>
                <a:spcPts val="2600"/>
              </a:lnSpc>
              <a:spcBef>
                <a:spcPts val="0"/>
              </a:spcBef>
              <a:spcAft>
                <a:spcPts val="0"/>
              </a:spcAft>
              <a:defRPr sz="1400">
                <a:latin typeface="SF Pro Text"/>
              </a:defRPr>
            </a:pPr>
            <a:r>
              <a:rPr sz="1400" b="0" i="0">
                <a:solidFill>
                  <a:srgbClr val="3C3C3E"/>
                </a:solidFill>
                <a:latin typeface="SF Pro Text"/>
              </a:rPr>
              <a:t>How to use</a:t>
            </a:r>
          </a:p>
        </p:txBody>
      </p:sp>
      <p:grpSp>
        <p:nvGrpSpPr>
          <p:cNvPr id="8" name="card 1"/>
          <p:cNvGrpSpPr/>
          <p:nvPr/>
        </p:nvGrpSpPr>
        <p:grpSpPr>
          <a:xfrm>
            <a:off x="7480300" y="1435100"/>
            <a:ext cx="4140200" cy="2070100"/>
            <a:chOff x="7480300" y="1435100"/>
            <a:chExt cx="4140200" cy="2070100"/>
          </a:xfrm>
        </p:grpSpPr>
        <p:sp>
          <p:nvSpPr>
            <p:cNvPr id="9" name="card 1 · panel"/>
            <p:cNvSpPr/>
            <p:nvPr/>
          </p:nvSpPr>
          <p:spPr>
            <a:xfrm>
              <a:off x="7480300" y="1435100"/>
              <a:ext cx="4140200" cy="2070100"/>
            </a:xfrm>
            <a:prstGeom prst="roundRect">
              <a:avLst>
                <a:gd name="adj" fmla="val 9815"/>
              </a:avLst>
            </a:prstGeom>
            <a:solidFill>
              <a:srgbClr val="FFFFFF"/>
            </a:solidFill>
            <a:ln>
              <a:noFill/>
            </a:ln>
            <a:effectLst/>
          </p:spPr>
          <p:txBody>
            <a:bodyPr rtlCol="0" anchor="ctr"/>
            <a:lstStyle/>
            <a:p>
              <a:pPr algn="ctr"/>
            </a:p>
          </p:txBody>
        </p:sp>
        <p:sp>
          <p:nvSpPr>
            <p:cNvPr id="10" name="card 1 · label"/>
            <p:cNvSpPr txBox="1"/>
            <p:nvPr/>
          </p:nvSpPr>
          <p:spPr>
            <a:xfrm>
              <a:off x="7683500" y="1631950"/>
              <a:ext cx="37338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LAYOUTS</a:t>
              </a:r>
            </a:p>
          </p:txBody>
        </p:sp>
        <p:sp>
          <p:nvSpPr>
            <p:cNvPr id="11" name="card 1 · hero"/>
            <p:cNvSpPr txBox="1"/>
            <p:nvPr/>
          </p:nvSpPr>
          <p:spPr>
            <a:xfrm>
              <a:off x="7683500" y="2025650"/>
              <a:ext cx="3733800" cy="622300"/>
            </a:xfrm>
            <a:prstGeom prst="rect">
              <a:avLst/>
            </a:prstGeom>
            <a:noFill/>
          </p:spPr>
          <p:txBody>
            <a:bodyPr wrap="none" anchor="t" lIns="0" rIns="0" tIns="0" bIns="0">
              <a:noAutofit/>
            </a:bodyPr>
            <a:lstStyle/>
            <a:p>
              <a:pPr algn="l">
                <a:lnSpc>
                  <a:spcPts val="4900"/>
                </a:lnSpc>
                <a:spcBef>
                  <a:spcPts val="0"/>
                </a:spcBef>
                <a:spcAft>
                  <a:spcPts val="0"/>
                </a:spcAft>
                <a:defRPr sz="4400">
                  <a:latin typeface="SF Pro Display"/>
                </a:defRPr>
              </a:pPr>
              <a:r>
                <a:rPr sz="4400" b="1" i="0">
                  <a:solidFill>
                    <a:srgbClr val="3C3C3E"/>
                  </a:solidFill>
                  <a:latin typeface="SF Pro Display"/>
                </a:rPr>
                <a:t>16</a:t>
              </a:r>
            </a:p>
          </p:txBody>
        </p:sp>
        <p:sp>
          <p:nvSpPr>
            <p:cNvPr id="12" name="card 1 · caption"/>
            <p:cNvSpPr txBox="1"/>
            <p:nvPr/>
          </p:nvSpPr>
          <p:spPr>
            <a:xfrm>
              <a:off x="7683500" y="2806700"/>
              <a:ext cx="37338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Report Slides skill</a:t>
              </a:r>
            </a:p>
          </p:txBody>
        </p:sp>
      </p:grpSp>
      <p:sp>
        <p:nvSpPr>
          <p:cNvPr id="13" name="footer footer-source"/>
          <p:cNvSpPr txBox="1"/>
          <p:nvPr/>
        </p:nvSpPr>
        <p:spPr>
          <a:xfrm>
            <a:off x="571500" y="6483350"/>
            <a:ext cx="8445500" cy="1651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0" i="0">
                <a:solidFill>
                  <a:srgbClr val="6E6E73"/>
                </a:solidFill>
                <a:latin typeface="SF Pro Text"/>
              </a:rPr>
              <a:t>Source: Report Slides skill · approved catalogue input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status-summary · default">
    <p:bg>
      <p:bgPr>
        <a:solidFill>
          <a:srgbClr val="F3F2F5"/>
        </a:solidFill>
        <a:effectLst/>
      </p:bgPr>
    </p:bg>
    <p:spTree>
      <p:nvGrpSpPr>
        <p:cNvPr id="1" name=""/>
        <p:cNvGrpSpPr/>
        <p:nvPr/>
      </p:nvGrpSpPr>
      <p:grpSpPr/>
      <p:sp>
        <p:nvSpPr>
          <p:cNvPr id="2" name="headline"/>
          <p:cNvSpPr>
            <a:spLocks noGrp="1"/>
          </p:cNvSpPr>
          <p:nvPr>
            <p:ph type="title"/>
          </p:nvPr>
        </p:nvSpPr>
        <p:spPr>
          <a:xfrm>
            <a:off x="571500" y="679450"/>
            <a:ext cx="11049000" cy="520700"/>
          </a:xfrm>
        </p:spPr>
        <p:txBody>
          <a:bodyPr wrap="square" anchor="t" lIns="0" rIns="0" tIns="0" bIns="0">
            <a:noAutofit/>
          </a:bodyPr>
          <a:lstStyle/>
          <a:p>
            <a:pPr algn="l">
              <a:lnSpc>
                <a:spcPts val="3900"/>
              </a:lnSpc>
              <a:spcBef>
                <a:spcPts val="0"/>
              </a:spcBef>
              <a:spcAft>
                <a:spcPts val="0"/>
              </a:spcAft>
              <a:defRPr sz="3400">
                <a:latin typeface="SF Pro Display"/>
              </a:defRPr>
            </a:pPr>
            <a:r>
              <a:rPr sz="3400" b="1" i="0">
                <a:solidFill>
                  <a:srgbClr val="3C3C3E"/>
                </a:solidFill>
                <a:latin typeface="SF Pro Display"/>
              </a:rPr>
              <a:t>The real-deck pilot is next</a:t>
            </a:r>
          </a:p>
        </p:txBody>
      </p:sp>
      <p:sp>
        <p:nvSpPr>
          <p:cNvPr id="3" name="eyebrow"/>
          <p:cNvSpPr txBox="1"/>
          <p:nvPr/>
        </p:nvSpPr>
        <p:spPr>
          <a:xfrm>
            <a:off x="571500" y="368300"/>
            <a:ext cx="11049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Report Slides skill | </a:t>
            </a:r>
            <a:r>
              <a:rPr sz="1000" b="0" i="0">
                <a:solidFill>
                  <a:srgbClr val="3C3C3E"/>
                </a:solidFill>
                <a:latin typeface="SF Pro Text"/>
              </a:rPr>
              <a:t>Why</a:t>
            </a:r>
          </a:p>
        </p:txBody>
      </p:sp>
      <p:grpSp>
        <p:nvGrpSpPr>
          <p:cNvPr id="4" name="Apple style rules"/>
          <p:cNvGrpSpPr/>
          <p:nvPr/>
        </p:nvGrpSpPr>
        <p:grpSpPr>
          <a:xfrm>
            <a:off x="571500" y="1651000"/>
            <a:ext cx="7366000" cy="901700"/>
            <a:chOff x="571500" y="1651000"/>
            <a:chExt cx="7366000" cy="901700"/>
          </a:xfrm>
        </p:grpSpPr>
        <p:sp>
          <p:nvSpPr>
            <p:cNvPr id="5" name="Apple style rules · panel"/>
            <p:cNvSpPr/>
            <p:nvPr/>
          </p:nvSpPr>
          <p:spPr>
            <a:xfrm>
              <a:off x="571500" y="1651000"/>
              <a:ext cx="7366000" cy="901700"/>
            </a:xfrm>
            <a:prstGeom prst="roundRect">
              <a:avLst>
                <a:gd name="adj" fmla="val 22535"/>
              </a:avLst>
            </a:prstGeom>
            <a:solidFill>
              <a:srgbClr val="FFFFFF"/>
            </a:solidFill>
            <a:ln>
              <a:noFill/>
            </a:ln>
            <a:effectLst/>
          </p:spPr>
          <p:txBody>
            <a:bodyPr rtlCol="0" anchor="ctr"/>
            <a:lstStyle/>
            <a:p>
              <a:pPr algn="ctr"/>
            </a:p>
          </p:txBody>
        </p:sp>
        <p:sp>
          <p:nvSpPr>
            <p:cNvPr id="6" name="Apple style rules · label"/>
            <p:cNvSpPr txBox="1"/>
            <p:nvPr/>
          </p:nvSpPr>
          <p:spPr>
            <a:xfrm>
              <a:off x="774700" y="1847850"/>
              <a:ext cx="18415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APPLE STYLE RULES</a:t>
              </a:r>
            </a:p>
          </p:txBody>
        </p:sp>
        <p:grpSp>
          <p:nvGrpSpPr>
            <p:cNvPr id="7" name="Apple style rules · status-pill"/>
            <p:cNvGrpSpPr/>
            <p:nvPr/>
          </p:nvGrpSpPr>
          <p:grpSpPr>
            <a:xfrm>
              <a:off x="2774950" y="1854200"/>
              <a:ext cx="498475" cy="215900"/>
              <a:chOff x="2774950" y="1854200"/>
              <a:chExt cx="498475" cy="215900"/>
            </a:xfrm>
          </p:grpSpPr>
          <p:sp>
            <p:nvSpPr>
              <p:cNvPr id="8" name="status-pill background"/>
              <p:cNvSpPr/>
              <p:nvPr/>
            </p:nvSpPr>
            <p:spPr>
              <a:xfrm>
                <a:off x="2774950" y="1854200"/>
                <a:ext cx="498475" cy="215900"/>
              </a:xfrm>
              <a:prstGeom prst="roundRect">
                <a:avLst>
                  <a:gd name="adj" fmla="val 50000"/>
                </a:avLst>
              </a:prstGeom>
              <a:solidFill>
                <a:srgbClr val="DDF8E3"/>
              </a:solidFill>
              <a:ln>
                <a:noFill/>
              </a:ln>
              <a:effectLst/>
            </p:spPr>
            <p:txBody>
              <a:bodyPr rtlCol="0" anchor="ctr"/>
              <a:lstStyle/>
              <a:p>
                <a:pPr algn="ctr"/>
              </a:p>
            </p:txBody>
          </p:sp>
          <p:sp>
            <p:nvSpPr>
              <p:cNvPr id="9" name="status-pill text"/>
              <p:cNvSpPr txBox="1"/>
              <p:nvPr/>
            </p:nvSpPr>
            <p:spPr>
              <a:xfrm>
                <a:off x="2774950" y="1854200"/>
                <a:ext cx="498475" cy="215900"/>
              </a:xfrm>
              <a:prstGeom prst="rect">
                <a:avLst/>
              </a:prstGeom>
              <a:noFill/>
            </p:spPr>
            <p:txBody>
              <a:bodyPr wrap="none" anchor="t" lIns="88900" rIns="88900" tIns="12700" bIns="31750">
                <a:noAutofit/>
              </a:bodyPr>
              <a:lstStyle/>
              <a:p>
                <a:pPr algn="ctr">
                  <a:lnSpc>
                    <a:spcPts val="1200"/>
                  </a:lnSpc>
                  <a:spcBef>
                    <a:spcPts val="0"/>
                  </a:spcBef>
                  <a:spcAft>
                    <a:spcPts val="0"/>
                  </a:spcAft>
                  <a:defRPr sz="900">
                    <a:latin typeface="SF Pro Text"/>
                  </a:defRPr>
                </a:pPr>
                <a:r>
                  <a:rPr sz="900" b="0" i="0">
                    <a:solidFill>
                      <a:srgbClr val="006B1B"/>
                    </a:solidFill>
                    <a:latin typeface="SF Pro Text"/>
                  </a:rPr>
                  <a:t>Done</a:t>
                </a:r>
              </a:p>
            </p:txBody>
          </p:sp>
        </p:grpSp>
        <p:sp>
          <p:nvSpPr>
            <p:cNvPr id="10" name="Apple style rules · value"/>
            <p:cNvSpPr txBox="1"/>
            <p:nvPr/>
          </p:nvSpPr>
          <p:spPr>
            <a:xfrm>
              <a:off x="4076700" y="1841500"/>
              <a:ext cx="1333500" cy="304800"/>
            </a:xfrm>
            <a:prstGeom prst="rect">
              <a:avLst/>
            </a:prstGeom>
            <a:noFill/>
          </p:spPr>
          <p:txBody>
            <a:bodyPr wrap="none" anchor="t" lIns="0" rIns="0" tIns="0" bIns="0">
              <a:noAutofit/>
            </a:bodyPr>
            <a:lstStyle/>
            <a:p>
              <a:pPr algn="l">
                <a:lnSpc>
                  <a:spcPts val="2400"/>
                </a:lnSpc>
                <a:spcBef>
                  <a:spcPts val="0"/>
                </a:spcBef>
                <a:spcAft>
                  <a:spcPts val="0"/>
                </a:spcAft>
                <a:defRPr sz="2000">
                  <a:latin typeface="SF Pro Display"/>
                </a:defRPr>
              </a:pPr>
              <a:r>
                <a:rPr sz="2000" b="1" i="0">
                  <a:solidFill>
                    <a:srgbClr val="3C3C3E"/>
                  </a:solidFill>
                  <a:latin typeface="SF Pro Display"/>
                </a:rPr>
                <a:t>16</a:t>
              </a:r>
            </a:p>
          </p:txBody>
        </p:sp>
        <p:sp>
          <p:nvSpPr>
            <p:cNvPr id="11" name="Apple style rules · caption"/>
            <p:cNvSpPr txBox="1"/>
            <p:nvPr/>
          </p:nvSpPr>
          <p:spPr>
            <a:xfrm>
              <a:off x="5727700" y="1841500"/>
              <a:ext cx="20066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traits measured</a:t>
              </a:r>
            </a:p>
          </p:txBody>
        </p:sp>
      </p:grpSp>
      <p:grpSp>
        <p:nvGrpSpPr>
          <p:cNvPr id="12" name="Edit-proof PowerPoint"/>
          <p:cNvGrpSpPr/>
          <p:nvPr/>
        </p:nvGrpSpPr>
        <p:grpSpPr>
          <a:xfrm>
            <a:off x="571500" y="2654300"/>
            <a:ext cx="7366000" cy="901700"/>
            <a:chOff x="571500" y="2654300"/>
            <a:chExt cx="7366000" cy="901700"/>
          </a:xfrm>
        </p:grpSpPr>
        <p:sp>
          <p:nvSpPr>
            <p:cNvPr id="13" name="Edit-proof PowerPoint · panel"/>
            <p:cNvSpPr/>
            <p:nvPr/>
          </p:nvSpPr>
          <p:spPr>
            <a:xfrm>
              <a:off x="571500" y="2654300"/>
              <a:ext cx="7366000" cy="901700"/>
            </a:xfrm>
            <a:prstGeom prst="roundRect">
              <a:avLst>
                <a:gd name="adj" fmla="val 22535"/>
              </a:avLst>
            </a:prstGeom>
            <a:solidFill>
              <a:srgbClr val="FFFFFF"/>
            </a:solidFill>
            <a:ln>
              <a:noFill/>
            </a:ln>
            <a:effectLst/>
          </p:spPr>
          <p:txBody>
            <a:bodyPr rtlCol="0" anchor="ctr"/>
            <a:lstStyle/>
            <a:p>
              <a:pPr algn="ctr"/>
            </a:p>
          </p:txBody>
        </p:sp>
        <p:sp>
          <p:nvSpPr>
            <p:cNvPr id="14" name="Edit-proof PowerPoint · label"/>
            <p:cNvSpPr txBox="1"/>
            <p:nvPr/>
          </p:nvSpPr>
          <p:spPr>
            <a:xfrm>
              <a:off x="774700" y="2851150"/>
              <a:ext cx="18415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EDIT-PROOF POWERPOINT</a:t>
              </a:r>
            </a:p>
          </p:txBody>
        </p:sp>
        <p:grpSp>
          <p:nvGrpSpPr>
            <p:cNvPr id="15" name="Edit-proof PowerPoint · status-pill"/>
            <p:cNvGrpSpPr/>
            <p:nvPr/>
          </p:nvGrpSpPr>
          <p:grpSpPr>
            <a:xfrm>
              <a:off x="2774950" y="2857500"/>
              <a:ext cx="498475" cy="215900"/>
              <a:chOff x="2774950" y="2857500"/>
              <a:chExt cx="498475" cy="215900"/>
            </a:xfrm>
          </p:grpSpPr>
          <p:sp>
            <p:nvSpPr>
              <p:cNvPr id="16" name="status-pill background"/>
              <p:cNvSpPr/>
              <p:nvPr/>
            </p:nvSpPr>
            <p:spPr>
              <a:xfrm>
                <a:off x="2774950" y="2857500"/>
                <a:ext cx="498475" cy="215900"/>
              </a:xfrm>
              <a:prstGeom prst="roundRect">
                <a:avLst>
                  <a:gd name="adj" fmla="val 50000"/>
                </a:avLst>
              </a:prstGeom>
              <a:solidFill>
                <a:srgbClr val="DDF8E3"/>
              </a:solidFill>
              <a:ln>
                <a:noFill/>
              </a:ln>
              <a:effectLst/>
            </p:spPr>
            <p:txBody>
              <a:bodyPr rtlCol="0" anchor="ctr"/>
              <a:lstStyle/>
              <a:p>
                <a:pPr algn="ctr"/>
              </a:p>
            </p:txBody>
          </p:sp>
          <p:sp>
            <p:nvSpPr>
              <p:cNvPr id="17" name="status-pill text"/>
              <p:cNvSpPr txBox="1"/>
              <p:nvPr/>
            </p:nvSpPr>
            <p:spPr>
              <a:xfrm>
                <a:off x="2774950" y="2857500"/>
                <a:ext cx="498475" cy="215900"/>
              </a:xfrm>
              <a:prstGeom prst="rect">
                <a:avLst/>
              </a:prstGeom>
              <a:noFill/>
            </p:spPr>
            <p:txBody>
              <a:bodyPr wrap="none" anchor="t" lIns="88900" rIns="88900" tIns="12700" bIns="31750">
                <a:noAutofit/>
              </a:bodyPr>
              <a:lstStyle/>
              <a:p>
                <a:pPr algn="ctr">
                  <a:lnSpc>
                    <a:spcPts val="1200"/>
                  </a:lnSpc>
                  <a:spcBef>
                    <a:spcPts val="0"/>
                  </a:spcBef>
                  <a:spcAft>
                    <a:spcPts val="0"/>
                  </a:spcAft>
                  <a:defRPr sz="900">
                    <a:latin typeface="SF Pro Text"/>
                  </a:defRPr>
                </a:pPr>
                <a:r>
                  <a:rPr sz="900" b="0" i="0">
                    <a:solidFill>
                      <a:srgbClr val="006B1B"/>
                    </a:solidFill>
                    <a:latin typeface="SF Pro Text"/>
                  </a:rPr>
                  <a:t>Done</a:t>
                </a:r>
              </a:p>
            </p:txBody>
          </p:sp>
        </p:grpSp>
        <p:sp>
          <p:nvSpPr>
            <p:cNvPr id="18" name="Edit-proof PowerPoint · value"/>
            <p:cNvSpPr txBox="1"/>
            <p:nvPr/>
          </p:nvSpPr>
          <p:spPr>
            <a:xfrm>
              <a:off x="4076700" y="2844800"/>
              <a:ext cx="1333500" cy="304800"/>
            </a:xfrm>
            <a:prstGeom prst="rect">
              <a:avLst/>
            </a:prstGeom>
            <a:noFill/>
          </p:spPr>
          <p:txBody>
            <a:bodyPr wrap="none" anchor="t" lIns="0" rIns="0" tIns="0" bIns="0">
              <a:noAutofit/>
            </a:bodyPr>
            <a:lstStyle/>
            <a:p>
              <a:pPr algn="l">
                <a:lnSpc>
                  <a:spcPts val="2400"/>
                </a:lnSpc>
                <a:spcBef>
                  <a:spcPts val="0"/>
                </a:spcBef>
                <a:spcAft>
                  <a:spcPts val="0"/>
                </a:spcAft>
                <a:defRPr sz="2000">
                  <a:latin typeface="SF Pro Display"/>
                </a:defRPr>
              </a:pPr>
              <a:r>
                <a:rPr sz="2000" b="1" i="0">
                  <a:solidFill>
                    <a:srgbClr val="3C3C3E"/>
                  </a:solidFill>
                  <a:latin typeface="SF Pro Display"/>
                </a:rPr>
                <a:t>0</a:t>
              </a:r>
            </a:p>
          </p:txBody>
        </p:sp>
        <p:sp>
          <p:nvSpPr>
            <p:cNvPr id="19" name="Edit-proof PowerPoint · caption"/>
            <p:cNvSpPr txBox="1"/>
            <p:nvPr/>
          </p:nvSpPr>
          <p:spPr>
            <a:xfrm>
              <a:off x="5727700" y="2844800"/>
              <a:ext cx="20066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content changes</a:t>
              </a:r>
            </a:p>
          </p:txBody>
        </p:sp>
      </p:grpSp>
      <p:grpSp>
        <p:nvGrpSpPr>
          <p:cNvPr id="20" name="Liquid Glass"/>
          <p:cNvGrpSpPr/>
          <p:nvPr/>
        </p:nvGrpSpPr>
        <p:grpSpPr>
          <a:xfrm>
            <a:off x="571500" y="3657600"/>
            <a:ext cx="7366000" cy="901700"/>
            <a:chOff x="571500" y="3657600"/>
            <a:chExt cx="7366000" cy="901700"/>
          </a:xfrm>
        </p:grpSpPr>
        <p:sp>
          <p:nvSpPr>
            <p:cNvPr id="21" name="Liquid Glass · panel"/>
            <p:cNvSpPr/>
            <p:nvPr/>
          </p:nvSpPr>
          <p:spPr>
            <a:xfrm>
              <a:off x="571500" y="3657600"/>
              <a:ext cx="7366000" cy="901700"/>
            </a:xfrm>
            <a:prstGeom prst="roundRect">
              <a:avLst>
                <a:gd name="adj" fmla="val 22535"/>
              </a:avLst>
            </a:prstGeom>
            <a:solidFill>
              <a:srgbClr val="FFFFFF"/>
            </a:solidFill>
            <a:ln>
              <a:noFill/>
            </a:ln>
            <a:effectLst/>
          </p:spPr>
          <p:txBody>
            <a:bodyPr rtlCol="0" anchor="ctr"/>
            <a:lstStyle/>
            <a:p>
              <a:pPr algn="ctr"/>
            </a:p>
          </p:txBody>
        </p:sp>
        <p:sp>
          <p:nvSpPr>
            <p:cNvPr id="22" name="Liquid Glass · label"/>
            <p:cNvSpPr txBox="1"/>
            <p:nvPr/>
          </p:nvSpPr>
          <p:spPr>
            <a:xfrm>
              <a:off x="774700" y="3854450"/>
              <a:ext cx="18415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LIQUID GLASS</a:t>
              </a:r>
            </a:p>
          </p:txBody>
        </p:sp>
        <p:grpSp>
          <p:nvGrpSpPr>
            <p:cNvPr id="23" name="Liquid Glass · status-pill"/>
            <p:cNvGrpSpPr/>
            <p:nvPr/>
          </p:nvGrpSpPr>
          <p:grpSpPr>
            <a:xfrm>
              <a:off x="2774950" y="3860800"/>
              <a:ext cx="498475" cy="215900"/>
              <a:chOff x="2774950" y="3860800"/>
              <a:chExt cx="498475" cy="215900"/>
            </a:xfrm>
          </p:grpSpPr>
          <p:sp>
            <p:nvSpPr>
              <p:cNvPr id="24" name="status-pill background"/>
              <p:cNvSpPr/>
              <p:nvPr/>
            </p:nvSpPr>
            <p:spPr>
              <a:xfrm>
                <a:off x="2774950" y="3860800"/>
                <a:ext cx="498475" cy="215900"/>
              </a:xfrm>
              <a:prstGeom prst="roundRect">
                <a:avLst>
                  <a:gd name="adj" fmla="val 50000"/>
                </a:avLst>
              </a:prstGeom>
              <a:solidFill>
                <a:srgbClr val="DDF8E3"/>
              </a:solidFill>
              <a:ln>
                <a:noFill/>
              </a:ln>
              <a:effectLst/>
            </p:spPr>
            <p:txBody>
              <a:bodyPr rtlCol="0" anchor="ctr"/>
              <a:lstStyle/>
              <a:p>
                <a:pPr algn="ctr"/>
              </a:p>
            </p:txBody>
          </p:sp>
          <p:sp>
            <p:nvSpPr>
              <p:cNvPr id="25" name="status-pill text"/>
              <p:cNvSpPr txBox="1"/>
              <p:nvPr/>
            </p:nvSpPr>
            <p:spPr>
              <a:xfrm>
                <a:off x="2774950" y="3860800"/>
                <a:ext cx="498475" cy="215900"/>
              </a:xfrm>
              <a:prstGeom prst="rect">
                <a:avLst/>
              </a:prstGeom>
              <a:noFill/>
            </p:spPr>
            <p:txBody>
              <a:bodyPr wrap="none" anchor="t" lIns="88900" rIns="88900" tIns="12700" bIns="31750">
                <a:noAutofit/>
              </a:bodyPr>
              <a:lstStyle/>
              <a:p>
                <a:pPr algn="ctr">
                  <a:lnSpc>
                    <a:spcPts val="1200"/>
                  </a:lnSpc>
                  <a:spcBef>
                    <a:spcPts val="0"/>
                  </a:spcBef>
                  <a:spcAft>
                    <a:spcPts val="0"/>
                  </a:spcAft>
                  <a:defRPr sz="900">
                    <a:latin typeface="SF Pro Text"/>
                  </a:defRPr>
                </a:pPr>
                <a:r>
                  <a:rPr sz="900" b="0" i="0">
                    <a:solidFill>
                      <a:srgbClr val="006B1B"/>
                    </a:solidFill>
                    <a:latin typeface="SF Pro Text"/>
                  </a:rPr>
                  <a:t>Done</a:t>
                </a:r>
              </a:p>
            </p:txBody>
          </p:sp>
        </p:grpSp>
        <p:sp>
          <p:nvSpPr>
            <p:cNvPr id="26" name="Liquid Glass · value"/>
            <p:cNvSpPr txBox="1"/>
            <p:nvPr/>
          </p:nvSpPr>
          <p:spPr>
            <a:xfrm>
              <a:off x="4076700" y="3848100"/>
              <a:ext cx="1333500" cy="304800"/>
            </a:xfrm>
            <a:prstGeom prst="rect">
              <a:avLst/>
            </a:prstGeom>
            <a:noFill/>
          </p:spPr>
          <p:txBody>
            <a:bodyPr wrap="none" anchor="t" lIns="0" rIns="0" tIns="0" bIns="0">
              <a:noAutofit/>
            </a:bodyPr>
            <a:lstStyle/>
            <a:p>
              <a:pPr algn="l">
                <a:lnSpc>
                  <a:spcPts val="2400"/>
                </a:lnSpc>
                <a:spcBef>
                  <a:spcPts val="0"/>
                </a:spcBef>
                <a:spcAft>
                  <a:spcPts val="0"/>
                </a:spcAft>
                <a:defRPr sz="2000">
                  <a:latin typeface="SF Pro Display"/>
                </a:defRPr>
              </a:pPr>
              <a:r>
                <a:rPr sz="2000" b="1" i="0">
                  <a:solidFill>
                    <a:srgbClr val="3C3C3E"/>
                  </a:solidFill>
                  <a:latin typeface="SF Pro Display"/>
                </a:rPr>
                <a:t>8/8</a:t>
              </a:r>
            </a:p>
          </p:txBody>
        </p:sp>
        <p:sp>
          <p:nvSpPr>
            <p:cNvPr id="27" name="Liquid Glass · caption"/>
            <p:cNvSpPr txBox="1"/>
            <p:nvPr/>
          </p:nvSpPr>
          <p:spPr>
            <a:xfrm>
              <a:off x="5727700" y="3848100"/>
              <a:ext cx="20066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judged real</a:t>
              </a:r>
            </a:p>
          </p:txBody>
        </p:sp>
      </p:grpSp>
      <p:grpSp>
        <p:nvGrpSpPr>
          <p:cNvPr id="28" name="Real-deck pilot"/>
          <p:cNvGrpSpPr/>
          <p:nvPr/>
        </p:nvGrpSpPr>
        <p:grpSpPr>
          <a:xfrm>
            <a:off x="571500" y="4660900"/>
            <a:ext cx="7366000" cy="901700"/>
            <a:chOff x="571500" y="4660900"/>
            <a:chExt cx="7366000" cy="901700"/>
          </a:xfrm>
        </p:grpSpPr>
        <p:sp>
          <p:nvSpPr>
            <p:cNvPr id="29" name="Real-deck pilot · panel"/>
            <p:cNvSpPr/>
            <p:nvPr/>
          </p:nvSpPr>
          <p:spPr>
            <a:xfrm>
              <a:off x="571500" y="4660900"/>
              <a:ext cx="7366000" cy="901700"/>
            </a:xfrm>
            <a:prstGeom prst="roundRect">
              <a:avLst>
                <a:gd name="adj" fmla="val 22535"/>
              </a:avLst>
            </a:prstGeom>
            <a:solidFill>
              <a:srgbClr val="FFFFFF"/>
            </a:solidFill>
            <a:ln>
              <a:noFill/>
            </a:ln>
            <a:effectLst/>
          </p:spPr>
          <p:txBody>
            <a:bodyPr rtlCol="0" anchor="ctr"/>
            <a:lstStyle/>
            <a:p>
              <a:pPr algn="ctr"/>
            </a:p>
          </p:txBody>
        </p:sp>
        <p:sp>
          <p:nvSpPr>
            <p:cNvPr id="30" name="Real-deck pilot · label"/>
            <p:cNvSpPr txBox="1"/>
            <p:nvPr/>
          </p:nvSpPr>
          <p:spPr>
            <a:xfrm>
              <a:off x="774700" y="4857750"/>
              <a:ext cx="18415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REAL-DECK PILOT</a:t>
              </a:r>
            </a:p>
          </p:txBody>
        </p:sp>
        <p:grpSp>
          <p:nvGrpSpPr>
            <p:cNvPr id="31" name="Real-deck pilot · status-pill"/>
            <p:cNvGrpSpPr/>
            <p:nvPr/>
          </p:nvGrpSpPr>
          <p:grpSpPr>
            <a:xfrm>
              <a:off x="2774950" y="4864100"/>
              <a:ext cx="465335" cy="215900"/>
              <a:chOff x="2774950" y="4864100"/>
              <a:chExt cx="465335" cy="215900"/>
            </a:xfrm>
          </p:grpSpPr>
          <p:sp>
            <p:nvSpPr>
              <p:cNvPr id="32" name="status-pill background"/>
              <p:cNvSpPr/>
              <p:nvPr/>
            </p:nvSpPr>
            <p:spPr>
              <a:xfrm>
                <a:off x="2774950" y="4864100"/>
                <a:ext cx="465335" cy="215900"/>
              </a:xfrm>
              <a:prstGeom prst="roundRect">
                <a:avLst>
                  <a:gd name="adj" fmla="val 50000"/>
                </a:avLst>
              </a:prstGeom>
              <a:solidFill>
                <a:srgbClr val="D2D2D7"/>
              </a:solidFill>
              <a:ln>
                <a:noFill/>
              </a:ln>
              <a:effectLst/>
            </p:spPr>
            <p:txBody>
              <a:bodyPr rtlCol="0" anchor="ctr"/>
              <a:lstStyle/>
              <a:p>
                <a:pPr algn="ctr"/>
              </a:p>
            </p:txBody>
          </p:sp>
          <p:sp>
            <p:nvSpPr>
              <p:cNvPr id="33" name="status-pill text"/>
              <p:cNvSpPr txBox="1"/>
              <p:nvPr/>
            </p:nvSpPr>
            <p:spPr>
              <a:xfrm>
                <a:off x="2774950" y="4864100"/>
                <a:ext cx="465335" cy="215900"/>
              </a:xfrm>
              <a:prstGeom prst="rect">
                <a:avLst/>
              </a:prstGeom>
              <a:noFill/>
            </p:spPr>
            <p:txBody>
              <a:bodyPr wrap="none" anchor="t" lIns="88900" rIns="88900" tIns="12700" bIns="31750">
                <a:noAutofit/>
              </a:bodyPr>
              <a:lstStyle/>
              <a:p>
                <a:pPr algn="ctr">
                  <a:lnSpc>
                    <a:spcPts val="1200"/>
                  </a:lnSpc>
                  <a:spcBef>
                    <a:spcPts val="0"/>
                  </a:spcBef>
                  <a:spcAft>
                    <a:spcPts val="0"/>
                  </a:spcAft>
                  <a:defRPr sz="900">
                    <a:latin typeface="SF Pro Text"/>
                  </a:defRPr>
                </a:pPr>
                <a:r>
                  <a:rPr sz="900" b="0" i="0">
                    <a:solidFill>
                      <a:srgbClr val="3C3C3E"/>
                    </a:solidFill>
                    <a:latin typeface="SF Pro Text"/>
                  </a:rPr>
                  <a:t>Next</a:t>
                </a:r>
              </a:p>
            </p:txBody>
          </p:sp>
        </p:grpSp>
        <p:sp>
          <p:nvSpPr>
            <p:cNvPr id="34" name="Real-deck pilot · value"/>
            <p:cNvSpPr txBox="1"/>
            <p:nvPr/>
          </p:nvSpPr>
          <p:spPr>
            <a:xfrm>
              <a:off x="4076700" y="4851400"/>
              <a:ext cx="1460500" cy="304800"/>
            </a:xfrm>
            <a:prstGeom prst="rect">
              <a:avLst/>
            </a:prstGeom>
            <a:noFill/>
          </p:spPr>
          <p:txBody>
            <a:bodyPr wrap="square" anchor="t" lIns="0" rIns="0" tIns="0" bIns="0">
              <a:noAutofit/>
            </a:bodyPr>
            <a:lstStyle/>
            <a:p>
              <a:pPr algn="l">
                <a:lnSpc>
                  <a:spcPts val="2400"/>
                </a:lnSpc>
                <a:spcBef>
                  <a:spcPts val="0"/>
                </a:spcBef>
                <a:spcAft>
                  <a:spcPts val="0"/>
                </a:spcAft>
                <a:defRPr sz="2000">
                  <a:latin typeface="SF Pro Display"/>
                </a:defRPr>
              </a:pPr>
              <a:r>
                <a:rPr sz="2000" b="1" i="0">
                  <a:solidFill>
                    <a:srgbClr val="3C3C3E"/>
                  </a:solidFill>
                  <a:latin typeface="SF Pro Display"/>
                </a:rPr>
                <a:t>≤15 min</a:t>
              </a:r>
            </a:p>
          </p:txBody>
        </p:sp>
        <p:sp>
          <p:nvSpPr>
            <p:cNvPr id="35" name="Real-deck pilot · caption"/>
            <p:cNvSpPr txBox="1"/>
            <p:nvPr/>
          </p:nvSpPr>
          <p:spPr>
            <a:xfrm>
              <a:off x="5727700" y="4851400"/>
              <a:ext cx="20066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edit target</a:t>
              </a:r>
            </a:p>
          </p:txBody>
        </p:sp>
      </p:grpSp>
      <p:sp>
        <p:nvSpPr>
          <p:cNvPr id="36" name="group-title label"/>
          <p:cNvSpPr txBox="1"/>
          <p:nvPr/>
        </p:nvSpPr>
        <p:spPr>
          <a:xfrm>
            <a:off x="8318500" y="1809750"/>
            <a:ext cx="33020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TOP RISK</a:t>
            </a:r>
          </a:p>
        </p:txBody>
      </p:sp>
      <p:sp>
        <p:nvSpPr>
          <p:cNvPr id="37" name="group-body"/>
          <p:cNvSpPr txBox="1"/>
          <p:nvPr/>
        </p:nvSpPr>
        <p:spPr>
          <a:xfrm>
            <a:off x="8318500" y="2006600"/>
            <a:ext cx="3302000" cy="190500"/>
          </a:xfrm>
          <a:prstGeom prst="rect">
            <a:avLst/>
          </a:prstGeom>
          <a:noFill/>
        </p:spPr>
        <p:txBody>
          <a:bodyPr wrap="square" anchor="t" lIns="0" rIns="0" tIns="0" bIns="0">
            <a:noAutofit/>
          </a:bodyPr>
          <a:lstStyle/>
          <a:p>
            <a:pPr algn="l">
              <a:lnSpc>
                <a:spcPts val="1500"/>
              </a:lnSpc>
              <a:spcBef>
                <a:spcPts val="0"/>
              </a:spcBef>
              <a:spcAft>
                <a:spcPts val="0"/>
              </a:spcAft>
              <a:defRPr sz="1100">
                <a:latin typeface="SF Pro Text"/>
              </a:defRPr>
            </a:pPr>
            <a:r>
              <a:rPr sz="1100" b="0" i="0">
                <a:solidFill>
                  <a:srgbClr val="3C3C3E"/>
                </a:solidFill>
                <a:latin typeface="SF Pro Text"/>
              </a:rPr>
              <a:t>Keynote import untested by script.</a:t>
            </a:r>
          </a:p>
        </p:txBody>
      </p:sp>
      <p:grpSp>
        <p:nvGrpSpPr>
          <p:cNvPr id="38" name="card 5"/>
          <p:cNvGrpSpPr/>
          <p:nvPr/>
        </p:nvGrpSpPr>
        <p:grpSpPr>
          <a:xfrm>
            <a:off x="8128000" y="3302000"/>
            <a:ext cx="3492500" cy="1181100"/>
            <a:chOff x="8128000" y="3302000"/>
            <a:chExt cx="3492500" cy="1181100"/>
          </a:xfrm>
        </p:grpSpPr>
        <p:sp>
          <p:nvSpPr>
            <p:cNvPr id="39" name="card 5 · panel"/>
            <p:cNvSpPr/>
            <p:nvPr/>
          </p:nvSpPr>
          <p:spPr>
            <a:xfrm>
              <a:off x="8128000" y="3302000"/>
              <a:ext cx="3492500" cy="1181100"/>
            </a:xfrm>
            <a:prstGeom prst="roundRect">
              <a:avLst>
                <a:gd name="adj" fmla="val 17204"/>
              </a:avLst>
            </a:prstGeom>
            <a:solidFill>
              <a:srgbClr val="FFFFFF"/>
            </a:solidFill>
            <a:ln>
              <a:noFill/>
            </a:ln>
            <a:effectLst/>
          </p:spPr>
          <p:txBody>
            <a:bodyPr rtlCol="0" anchor="ctr"/>
            <a:lstStyle/>
            <a:p>
              <a:pPr algn="ctr"/>
            </a:p>
          </p:txBody>
        </p:sp>
        <p:sp>
          <p:nvSpPr>
            <p:cNvPr id="40" name="card 5 · section-heading"/>
            <p:cNvSpPr txBox="1"/>
            <p:nvPr/>
          </p:nvSpPr>
          <p:spPr>
            <a:xfrm>
              <a:off x="8331200" y="3498850"/>
              <a:ext cx="3086100" cy="215900"/>
            </a:xfrm>
            <a:prstGeom prst="rect">
              <a:avLst/>
            </a:prstGeom>
            <a:noFill/>
          </p:spPr>
          <p:txBody>
            <a:bodyPr wrap="square" anchor="t" lIns="0" rIns="0" tIns="0" bIns="0">
              <a:noAutofit/>
            </a:bodyPr>
            <a:lstStyle/>
            <a:p>
              <a:pPr algn="l">
                <a:lnSpc>
                  <a:spcPts val="1700"/>
                </a:lnSpc>
                <a:spcBef>
                  <a:spcPts val="0"/>
                </a:spcBef>
                <a:spcAft>
                  <a:spcPts val="0"/>
                </a:spcAft>
                <a:defRPr sz="1400">
                  <a:latin typeface="SF Pro Text"/>
                </a:defRPr>
              </a:pPr>
              <a:r>
                <a:rPr sz="1400" b="1" i="0">
                  <a:solidFill>
                    <a:srgbClr val="3C3C3E"/>
                  </a:solidFill>
                  <a:latin typeface="SF Pro Text"/>
                </a:rPr>
                <a:t>Choose one live report</a:t>
              </a:r>
            </a:p>
          </p:txBody>
        </p:sp>
        <p:sp>
          <p:nvSpPr>
            <p:cNvPr id="41" name="card 5 · text"/>
            <p:cNvSpPr txBox="1"/>
            <p:nvPr/>
          </p:nvSpPr>
          <p:spPr>
            <a:xfrm>
              <a:off x="8331200" y="3917950"/>
              <a:ext cx="3086100" cy="355600"/>
            </a:xfrm>
            <a:prstGeom prst="rect">
              <a:avLst/>
            </a:prstGeom>
            <a:noFill/>
          </p:spPr>
          <p: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Owner · date TBD</a:t>
              </a:r>
            </a:p>
            <a:p>
              <a:pPr algn="l">
                <a:lnSpc>
                  <a:spcPts val="1400"/>
                </a:lnSpc>
                <a:spcBef>
                  <a:spcPts val="0"/>
                </a:spcBef>
                <a:spcAft>
                  <a:spcPts val="0"/>
                </a:spcAft>
                <a:defRPr sz="1100">
                  <a:latin typeface="SF Pro Text"/>
                </a:defRPr>
              </a:pPr>
              <a:r>
                <a:rPr sz="1100" b="0" i="0">
                  <a:solidFill>
                    <a:srgbClr val="3C3C3E"/>
                  </a:solidFill>
                  <a:latin typeface="SF Pro Text"/>
                </a:rPr>
                <a:t>Unlock the editing pilot.</a:t>
              </a:r>
            </a:p>
          </p:txBody>
        </p:sp>
      </p:grpSp>
      <p:sp>
        <p:nvSpPr>
          <p:cNvPr id="42" name="footer footer-source"/>
          <p:cNvSpPr txBox="1"/>
          <p:nvPr/>
        </p:nvSpPr>
        <p:spPr>
          <a:xfrm>
            <a:off x="571500" y="6483350"/>
            <a:ext cx="8445500" cy="1651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0" i="0">
                <a:solidFill>
                  <a:srgbClr val="6E6E73"/>
                </a:solidFill>
                <a:latin typeface="SF Pro Text"/>
              </a:rPr>
              <a:t>Source: Report Slides skill · approved catalogue input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bento-glass · image-needed; plain tiles">
    <p:bg>
      <p:bgPr>
        <a:solidFill>
          <a:srgbClr val="000000"/>
        </a:solidFill>
        <a:effectLst/>
      </p:bgPr>
    </p:bg>
    <p:spTree>
      <p:nvGrpSpPr>
        <p:cNvPr id="1" name=""/>
        <p:cNvGrpSpPr/>
        <p:nvPr/>
      </p:nvGrpSpPr>
      <p:grpSpPr/>
      <p:sp>
        <p:nvSpPr>
          <p:cNvPr id="2" name="headline"/>
          <p:cNvSpPr>
            <a:spLocks noGrp="1"/>
          </p:cNvSpPr>
          <p:nvPr>
            <p:ph type="title"/>
          </p:nvPr>
        </p:nvSpPr>
        <p:spPr>
          <a:xfrm>
            <a:off x="571500" y="635000"/>
            <a:ext cx="11049000" cy="495300"/>
          </a:xfrm>
        </p:spPr>
        <p:txBody>
          <a:bodyPr wrap="square" anchor="t" lIns="0" rIns="0" tIns="0" bIns="0">
            <a:noAutofit/>
          </a:bodyPr>
          <a:lstStyle/>
          <a:p>
            <a:pPr algn="l">
              <a:lnSpc>
                <a:spcPts val="3800"/>
              </a:lnSpc>
              <a:spcBef>
                <a:spcPts val="0"/>
              </a:spcBef>
              <a:spcAft>
                <a:spcPts val="0"/>
              </a:spcAft>
              <a:defRPr sz="3200">
                <a:latin typeface="SF Pro Display"/>
              </a:defRPr>
            </a:pPr>
            <a:r>
              <a:rPr sz="3200" b="1" i="0" spc="-25">
                <a:solidFill>
                  <a:srgbClr val="F5F5F7"/>
                </a:solidFill>
                <a:latin typeface="SF Pro Display"/>
              </a:rPr>
              <a:t>The first build needed a restart</a:t>
            </a:r>
          </a:p>
        </p:txBody>
      </p:sp>
      <p:sp>
        <p:nvSpPr>
          <p:cNvPr id="3" name="eyebrow"/>
          <p:cNvSpPr txBox="1"/>
          <p:nvPr/>
        </p:nvSpPr>
        <p:spPr>
          <a:xfrm>
            <a:off x="571500" y="368300"/>
            <a:ext cx="11049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A1A1A6"/>
                </a:solidFill>
                <a:latin typeface="SF Pro Text"/>
              </a:rPr>
              <a:t>Report Slides skill | </a:t>
            </a:r>
            <a:r>
              <a:rPr sz="1000" b="0" i="0">
                <a:solidFill>
                  <a:srgbClr val="F5F5F7"/>
                </a:solidFill>
                <a:latin typeface="SF Pro Text"/>
              </a:rPr>
              <a:t>Why</a:t>
            </a:r>
          </a:p>
        </p:txBody>
      </p:sp>
      <p:sp>
        <p:nvSpPr>
          <p:cNvPr id="4" name="first build image needed"/>
          <p:cNvSpPr/>
          <p:nvPr/>
        </p:nvSpPr>
        <p:spPr>
          <a:xfrm>
            <a:off x="571500" y="1587500"/>
            <a:ext cx="5448300" cy="4381500"/>
          </a:xfrm>
          <a:prstGeom prst="roundRect">
            <a:avLst>
              <a:gd name="adj" fmla="val 5797"/>
            </a:avLst>
          </a:prstGeom>
          <a:noFill/>
          <a:ln w="12700">
            <a:solidFill>
              <a:srgbClr val="A1A1A6"/>
            </a:solidFill>
            <a:prstDash val="dash"/>
          </a:ln>
          <a:effectLst/>
        </p:spPr>
        <p:txBody>
          <a:bodyPr rtlCol="0" anchor="ctr" wrap="square" lIns="254000" rIns="254000" tIns="0" bIns="0">
            <a:noAutofit/>
          </a:bodyPr>
          <a:lstStyle/>
          <a:p>
            <a:pPr algn="ctr">
              <a:lnSpc>
                <a:spcPts val="1400"/>
              </a:lnSpc>
              <a:spcBef>
                <a:spcPts val="0"/>
              </a:spcBef>
              <a:spcAft>
                <a:spcPts val="0"/>
              </a:spcAft>
              <a:defRPr sz="1000">
                <a:latin typeface="SF Pro Text"/>
              </a:defRPr>
            </a:pPr>
            <a:r>
              <a:rPr sz="1000" b="0" i="0">
                <a:solidFill>
                  <a:srgbClr val="A1A1A6"/>
                </a:solidFill>
                <a:latin typeface="SF Pro Text"/>
              </a:rPr>
              <a:t>Image needed: a slide from the first AI-built version that is safe to show</a:t>
            </a:r>
          </a:p>
        </p:txBody>
      </p:sp>
      <p:grpSp>
        <p:nvGrpSpPr>
          <p:cNvPr id="5" name="first build"/>
          <p:cNvGrpSpPr/>
          <p:nvPr/>
        </p:nvGrpSpPr>
        <p:grpSpPr>
          <a:xfrm>
            <a:off x="6172200" y="1587500"/>
            <a:ext cx="5448300" cy="1358900"/>
            <a:chOff x="6172200" y="1587500"/>
            <a:chExt cx="5448300" cy="1358900"/>
          </a:xfrm>
        </p:grpSpPr>
        <p:sp>
          <p:nvSpPr>
            <p:cNvPr id="6" name="first build · bento-tile"/>
            <p:cNvSpPr/>
            <p:nvPr/>
          </p:nvSpPr>
          <p:spPr>
            <a:xfrm>
              <a:off x="6172200" y="1587500"/>
              <a:ext cx="5448300" cy="1358900"/>
            </a:xfrm>
            <a:prstGeom prst="roundRect">
              <a:avLst>
                <a:gd name="adj" fmla="val 18691"/>
              </a:avLst>
            </a:prstGeom>
            <a:solidFill>
              <a:srgbClr val="1D1D1F"/>
            </a:solidFill>
            <a:ln>
              <a:noFill/>
            </a:ln>
            <a:effectLst/>
          </p:spPr>
          <p:txBody>
            <a:bodyPr rtlCol="0" anchor="ctr"/>
            <a:lstStyle/>
            <a:p>
              <a:pPr algn="ctr"/>
            </a:p>
          </p:txBody>
        </p:sp>
        <p:sp>
          <p:nvSpPr>
            <p:cNvPr id="7" name="first build · label"/>
            <p:cNvSpPr txBox="1"/>
            <p:nvPr/>
          </p:nvSpPr>
          <p:spPr>
            <a:xfrm>
              <a:off x="6426200" y="1835150"/>
              <a:ext cx="49403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A1A1A6"/>
                  </a:solidFill>
                  <a:latin typeface="SF Pro Text"/>
                </a:rPr>
                <a:t>FIRST BUILD · RUNS ACCEPTED</a:t>
              </a:r>
            </a:p>
          </p:txBody>
        </p:sp>
        <p:sp>
          <p:nvSpPr>
            <p:cNvPr id="8" name="first build · g-big"/>
            <p:cNvSpPr txBox="1"/>
            <p:nvPr/>
          </p:nvSpPr>
          <p:spPr>
            <a:xfrm>
              <a:off x="6426200" y="2108200"/>
              <a:ext cx="4940300" cy="457200"/>
            </a:xfrm>
            <a:prstGeom prst="rect">
              <a:avLst/>
            </a:prstGeom>
            <a:noFill/>
          </p:spPr>
          <p:txBody>
            <a:bodyPr wrap="none" anchor="t" lIns="0" rIns="0" tIns="0" bIns="0">
              <a:noAutofit/>
            </a:bodyPr>
            <a:lstStyle/>
            <a:p>
              <a:pPr algn="l">
                <a:lnSpc>
                  <a:spcPts val="3600"/>
                </a:lnSpc>
                <a:spcBef>
                  <a:spcPts val="0"/>
                </a:spcBef>
                <a:spcAft>
                  <a:spcPts val="0"/>
                </a:spcAft>
                <a:defRPr sz="3200">
                  <a:latin typeface="SF Pro Display"/>
                </a:defRPr>
              </a:pPr>
              <a:r>
                <a:rPr sz="3200" b="1" i="0" spc="-25">
                  <a:solidFill>
                    <a:srgbClr val="F5F5F7"/>
                  </a:solidFill>
                  <a:latin typeface="SF Pro Display"/>
                </a:rPr>
                <a:t>0/9</a:t>
              </a:r>
            </a:p>
          </p:txBody>
        </p:sp>
      </p:grpSp>
      <p:grpSp>
        <p:nvGrpSpPr>
          <p:cNvPr id="9" name="blind vote"/>
          <p:cNvGrpSpPr/>
          <p:nvPr/>
        </p:nvGrpSpPr>
        <p:grpSpPr>
          <a:xfrm>
            <a:off x="6172200" y="3098800"/>
            <a:ext cx="5448300" cy="1358900"/>
            <a:chOff x="6172200" y="3098800"/>
            <a:chExt cx="5448300" cy="1358900"/>
          </a:xfrm>
        </p:grpSpPr>
        <p:sp>
          <p:nvSpPr>
            <p:cNvPr id="10" name="blind vote · bento-tile"/>
            <p:cNvSpPr/>
            <p:nvPr/>
          </p:nvSpPr>
          <p:spPr>
            <a:xfrm>
              <a:off x="6172200" y="3098800"/>
              <a:ext cx="5448300" cy="1358900"/>
            </a:xfrm>
            <a:prstGeom prst="roundRect">
              <a:avLst>
                <a:gd name="adj" fmla="val 18691"/>
              </a:avLst>
            </a:prstGeom>
            <a:solidFill>
              <a:srgbClr val="1D1D1F"/>
            </a:solidFill>
            <a:ln>
              <a:noFill/>
            </a:ln>
            <a:effectLst/>
          </p:spPr>
          <p:txBody>
            <a:bodyPr rtlCol="0" anchor="ctr"/>
            <a:lstStyle/>
            <a:p>
              <a:pPr algn="ctr"/>
            </a:p>
          </p:txBody>
        </p:sp>
        <p:sp>
          <p:nvSpPr>
            <p:cNvPr id="11" name="blind vote · label"/>
            <p:cNvSpPr txBox="1"/>
            <p:nvPr/>
          </p:nvSpPr>
          <p:spPr>
            <a:xfrm>
              <a:off x="6426200" y="3346450"/>
              <a:ext cx="49403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A1A1A6"/>
                  </a:solidFill>
                  <a:latin typeface="SF Pro Text"/>
                </a:rPr>
                <a:t>BLIND VOTE · PICKED BEST</a:t>
              </a:r>
            </a:p>
          </p:txBody>
        </p:sp>
        <p:sp>
          <p:nvSpPr>
            <p:cNvPr id="12" name="blind vote · g-big"/>
            <p:cNvSpPr txBox="1"/>
            <p:nvPr/>
          </p:nvSpPr>
          <p:spPr>
            <a:xfrm>
              <a:off x="6426200" y="3619500"/>
              <a:ext cx="4940300" cy="457200"/>
            </a:xfrm>
            <a:prstGeom prst="rect">
              <a:avLst/>
            </a:prstGeom>
            <a:noFill/>
          </p:spPr>
          <p:txBody>
            <a:bodyPr wrap="square" anchor="t" lIns="0" rIns="0" tIns="0" bIns="0">
              <a:noAutofit/>
            </a:bodyPr>
            <a:lstStyle/>
            <a:p>
              <a:pPr algn="l">
                <a:lnSpc>
                  <a:spcPts val="3600"/>
                </a:lnSpc>
                <a:spcBef>
                  <a:spcPts val="0"/>
                </a:spcBef>
                <a:spcAft>
                  <a:spcPts val="0"/>
                </a:spcAft>
                <a:defRPr sz="3200">
                  <a:latin typeface="SF Pro Display"/>
                </a:defRPr>
              </a:pPr>
              <a:r>
                <a:rPr sz="3200" b="1" i="0" spc="-25">
                  <a:solidFill>
                    <a:srgbClr val="F5F5F7"/>
                  </a:solidFill>
                  <a:latin typeface="SF Pro Display"/>
                </a:rPr>
                <a:t>0 of 5</a:t>
              </a:r>
            </a:p>
          </p:txBody>
        </p:sp>
      </p:grpSp>
      <p:grpSp>
        <p:nvGrpSpPr>
          <p:cNvPr id="13" name="measured restart"/>
          <p:cNvGrpSpPr/>
          <p:nvPr/>
        </p:nvGrpSpPr>
        <p:grpSpPr>
          <a:xfrm>
            <a:off x="6172200" y="4610100"/>
            <a:ext cx="5448300" cy="1358900"/>
            <a:chOff x="6172200" y="4610100"/>
            <a:chExt cx="5448300" cy="1358900"/>
          </a:xfrm>
        </p:grpSpPr>
        <p:sp>
          <p:nvSpPr>
            <p:cNvPr id="14" name="measured restart · bento-tile"/>
            <p:cNvSpPr/>
            <p:nvPr/>
          </p:nvSpPr>
          <p:spPr>
            <a:xfrm>
              <a:off x="6172200" y="4610100"/>
              <a:ext cx="5448300" cy="1358900"/>
            </a:xfrm>
            <a:prstGeom prst="roundRect">
              <a:avLst>
                <a:gd name="adj" fmla="val 18691"/>
              </a:avLst>
            </a:prstGeom>
            <a:solidFill>
              <a:srgbClr val="1D1D1F"/>
            </a:solidFill>
            <a:ln>
              <a:noFill/>
            </a:ln>
            <a:effectLst/>
          </p:spPr>
          <p:txBody>
            <a:bodyPr rtlCol="0" anchor="ctr"/>
            <a:lstStyle/>
            <a:p>
              <a:pPr algn="ctr"/>
            </a:p>
          </p:txBody>
        </p:sp>
        <p:sp>
          <p:nvSpPr>
            <p:cNvPr id="15" name="measured restart · label"/>
            <p:cNvSpPr txBox="1"/>
            <p:nvPr/>
          </p:nvSpPr>
          <p:spPr>
            <a:xfrm>
              <a:off x="6426200" y="4857750"/>
              <a:ext cx="49403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A1A1A6"/>
                  </a:solidFill>
                  <a:latin typeface="SF Pro Text"/>
                </a:rPr>
                <a:t>STYLE TRAITS MEASURED</a:t>
              </a:r>
            </a:p>
          </p:txBody>
        </p:sp>
        <p:sp>
          <p:nvSpPr>
            <p:cNvPr id="16" name="measured restart · g-big"/>
            <p:cNvSpPr txBox="1"/>
            <p:nvPr/>
          </p:nvSpPr>
          <p:spPr>
            <a:xfrm>
              <a:off x="6426200" y="5130800"/>
              <a:ext cx="4940300" cy="457200"/>
            </a:xfrm>
            <a:prstGeom prst="rect">
              <a:avLst/>
            </a:prstGeom>
            <a:noFill/>
          </p:spPr>
          <p:txBody>
            <a:bodyPr wrap="none" anchor="t" lIns="0" rIns="0" tIns="0" bIns="0">
              <a:noAutofit/>
            </a:bodyPr>
            <a:lstStyle/>
            <a:p>
              <a:pPr algn="l">
                <a:lnSpc>
                  <a:spcPts val="3600"/>
                </a:lnSpc>
                <a:spcBef>
                  <a:spcPts val="0"/>
                </a:spcBef>
                <a:spcAft>
                  <a:spcPts val="0"/>
                </a:spcAft>
                <a:defRPr sz="3200">
                  <a:latin typeface="SF Pro Display"/>
                </a:defRPr>
              </a:pPr>
              <a:r>
                <a:rPr sz="3200" b="1" i="0" spc="-25">
                  <a:solidFill>
                    <a:srgbClr val="F5F5F7"/>
                  </a:solidFill>
                  <a:latin typeface="SF Pro Display"/>
                </a:rPr>
                <a:t>16</a:t>
              </a:r>
            </a:p>
          </p:txBody>
        </p:sp>
      </p:grpSp>
      <p:sp>
        <p:nvSpPr>
          <p:cNvPr id="17" name="footer footer-source"/>
          <p:cNvSpPr txBox="1"/>
          <p:nvPr/>
        </p:nvSpPr>
        <p:spPr>
          <a:xfrm>
            <a:off x="571500" y="6483350"/>
            <a:ext cx="8445500" cy="1651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0" i="0">
                <a:solidFill>
                  <a:srgbClr val="A1A1A6"/>
                </a:solidFill>
                <a:latin typeface="SF Pro Text"/>
              </a:rPr>
              <a:t>Source: Report Slides skill · approved catalogue input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milestone-timeline · 7 nodes">
    <p:bg>
      <p:bgPr>
        <a:solidFill>
          <a:srgbClr val="F3F2F5"/>
        </a:solidFill>
        <a:effectLst/>
      </p:bgPr>
    </p:bg>
    <p:spTree>
      <p:nvGrpSpPr>
        <p:cNvPr id="1" name=""/>
        <p:cNvGrpSpPr/>
        <p:nvPr/>
      </p:nvGrpSpPr>
      <p:grpSpPr/>
      <p:sp>
        <p:nvSpPr>
          <p:cNvPr id="2" name="headline"/>
          <p:cNvSpPr>
            <a:spLocks noGrp="1"/>
          </p:cNvSpPr>
          <p:nvPr>
            <p:ph type="title"/>
          </p:nvPr>
        </p:nvSpPr>
        <p:spPr>
          <a:xfrm>
            <a:off x="571500" y="679450"/>
            <a:ext cx="11049000" cy="520700"/>
          </a:xfrm>
        </p:spPr>
        <p:txBody>
          <a:bodyPr wrap="square" anchor="t" lIns="0" rIns="0" tIns="0" bIns="0">
            <a:noAutofit/>
          </a:bodyPr>
          <a:lstStyle/>
          <a:p>
            <a:pPr algn="l">
              <a:lnSpc>
                <a:spcPts val="3900"/>
              </a:lnSpc>
              <a:spcBef>
                <a:spcPts val="0"/>
              </a:spcBef>
              <a:spcAft>
                <a:spcPts val="0"/>
              </a:spcAft>
              <a:defRPr sz="3400">
                <a:latin typeface="SF Pro Display"/>
              </a:defRPr>
            </a:pPr>
            <a:r>
              <a:rPr sz="3400" b="1" i="0">
                <a:solidFill>
                  <a:srgbClr val="3C3C3E"/>
                </a:solidFill>
                <a:latin typeface="SF Pro Display"/>
              </a:rPr>
              <a:t>Apple's reports set the rules, tested in PowerPoint</a:t>
            </a:r>
          </a:p>
        </p:txBody>
      </p:sp>
      <p:sp>
        <p:nvSpPr>
          <p:cNvPr id="3" name="eyebrow"/>
          <p:cNvSpPr txBox="1"/>
          <p:nvPr/>
        </p:nvSpPr>
        <p:spPr>
          <a:xfrm>
            <a:off x="571500" y="368300"/>
            <a:ext cx="11049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Report Slides skill | </a:t>
            </a:r>
            <a:r>
              <a:rPr sz="1000" b="0" i="0">
                <a:solidFill>
                  <a:srgbClr val="3C3C3E"/>
                </a:solidFill>
                <a:latin typeface="SF Pro Text"/>
              </a:rPr>
              <a:t>How and when</a:t>
            </a:r>
          </a:p>
        </p:txBody>
      </p:sp>
      <p:cxnSp>
        <p:nvCxnSpPr>
          <p:cNvPr id="4" name="timeline rule"/>
          <p:cNvCxnSpPr/>
          <p:nvPr/>
        </p:nvCxnSpPr>
        <p:spPr>
          <a:xfrm>
            <a:off x="1295400" y="2603500"/>
            <a:ext cx="9601200" cy="0"/>
          </a:xfrm>
          <a:prstGeom prst="line">
            <a:avLst/>
          </a:prstGeom>
          <a:ln w="12700">
            <a:solidFill>
              <a:srgbClr val="D2D2D7"/>
            </a:solidFill>
            <a:prstDash val="solid"/>
          </a:ln>
          <a:effectLst/>
        </p:spPr>
      </p:cxnSp>
      <p:sp>
        <p:nvSpPr>
          <p:cNvPr id="5" name="date"/>
          <p:cNvSpPr txBox="1"/>
          <p:nvPr/>
        </p:nvSpPr>
        <p:spPr>
          <a:xfrm>
            <a:off x="571500" y="2057400"/>
            <a:ext cx="1447800" cy="177800"/>
          </a:xfrm>
          <a:prstGeom prst="rect">
            <a:avLst/>
          </a:prstGeom>
          <a:noFill/>
        </p:spPr>
        <p:txBody>
          <a:bodyPr wrap="square" anchor="t" lIns="0" rIns="0" tIns="0" bIns="0">
            <a:noAutofit/>
          </a:bodyPr>
          <a:lstStyle/>
          <a:p>
            <a:pPr algn="ctr">
              <a:lnSpc>
                <a:spcPts val="1400"/>
              </a:lnSpc>
              <a:spcBef>
                <a:spcPts val="0"/>
              </a:spcBef>
              <a:spcAft>
                <a:spcPts val="0"/>
              </a:spcAft>
              <a:defRPr sz="1000">
                <a:latin typeface="SF Pro Text"/>
              </a:defRPr>
            </a:pPr>
            <a:r>
              <a:rPr sz="1000" b="0" i="0">
                <a:solidFill>
                  <a:srgbClr val="6E6E73"/>
                </a:solidFill>
                <a:latin typeface="SF Pro Text"/>
              </a:rPr>
              <a:t>Aug 27–Sep 12</a:t>
            </a:r>
          </a:p>
        </p:txBody>
      </p:sp>
      <p:sp>
        <p:nvSpPr>
          <p:cNvPr id="6" name="node"/>
          <p:cNvSpPr/>
          <p:nvPr/>
        </p:nvSpPr>
        <p:spPr>
          <a:xfrm>
            <a:off x="1238250" y="2546350"/>
            <a:ext cx="114300" cy="114300"/>
          </a:xfrm>
          <a:prstGeom prst="roundRect">
            <a:avLst>
              <a:gd name="adj" fmla="val 50000"/>
            </a:avLst>
          </a:prstGeom>
          <a:solidFill>
            <a:srgbClr val="3C3C3E"/>
          </a:solidFill>
          <a:ln>
            <a:noFill/>
          </a:ln>
          <a:effectLst/>
        </p:spPr>
        <p:txBody>
          <a:bodyPr rtlCol="0" anchor="ctr"/>
          <a:lstStyle/>
          <a:p>
            <a:pPr algn="ctr"/>
          </a:p>
        </p:txBody>
      </p:sp>
      <p:sp>
        <p:nvSpPr>
          <p:cNvPr id="7" name="value result"/>
          <p:cNvSpPr txBox="1"/>
          <p:nvPr/>
        </p:nvSpPr>
        <p:spPr>
          <a:xfrm>
            <a:off x="571500" y="2895600"/>
            <a:ext cx="1447800" cy="304800"/>
          </a:xfrm>
          <a:prstGeom prst="rect">
            <a:avLst/>
          </a:prstGeom>
          <a:noFill/>
        </p:spPr>
        <p:txBody>
          <a:bodyPr wrap="none" anchor="t" lIns="0" rIns="0" tIns="0" bIns="0">
            <a:noAutofit/>
          </a:bodyPr>
          <a:lstStyle/>
          <a:p>
            <a:pPr algn="ctr">
              <a:lnSpc>
                <a:spcPts val="2400"/>
              </a:lnSpc>
              <a:spcBef>
                <a:spcPts val="0"/>
              </a:spcBef>
              <a:spcAft>
                <a:spcPts val="0"/>
              </a:spcAft>
              <a:defRPr sz="2000">
                <a:latin typeface="SF Pro Display"/>
              </a:defRPr>
            </a:pPr>
            <a:r>
              <a:rPr sz="2000" b="1" i="0">
                <a:solidFill>
                  <a:srgbClr val="3C3C3E"/>
                </a:solidFill>
                <a:latin typeface="SF Pro Display"/>
              </a:rPr>
              <a:t>0/9</a:t>
            </a:r>
          </a:p>
        </p:txBody>
      </p:sp>
      <p:sp>
        <p:nvSpPr>
          <p:cNvPr id="8" name="action"/>
          <p:cNvSpPr txBox="1"/>
          <p:nvPr/>
        </p:nvSpPr>
        <p:spPr>
          <a:xfrm>
            <a:off x="571500" y="3346450"/>
            <a:ext cx="1447800" cy="355600"/>
          </a:xfrm>
          <a:prstGeom prst="rect">
            <a:avLst/>
          </a:prstGeom>
          <a:noFill/>
        </p:spPr>
        <p:txBody>
          <a:bodyPr wrap="square" anchor="t" lIns="0" rIns="0" tIns="0" bIns="0">
            <a:noAutofit/>
          </a:bodyPr>
          <a:lstStyle/>
          <a:p>
            <a:pPr algn="ctr">
              <a:lnSpc>
                <a:spcPts val="1400"/>
              </a:lnSpc>
              <a:spcBef>
                <a:spcPts val="0"/>
              </a:spcBef>
              <a:spcAft>
                <a:spcPts val="0"/>
              </a:spcAft>
              <a:defRPr sz="1100">
                <a:latin typeface="SF Pro Text"/>
              </a:defRPr>
            </a:pPr>
            <a:r>
              <a:rPr sz="1100" b="0" i="0">
                <a:solidFill>
                  <a:srgbClr val="3C3C3E"/>
                </a:solidFill>
                <a:latin typeface="SF Pro Text"/>
              </a:rPr>
              <a:t>first AI build: runs accepted</a:t>
            </a:r>
          </a:p>
        </p:txBody>
      </p:sp>
      <p:sp>
        <p:nvSpPr>
          <p:cNvPr id="9" name="date"/>
          <p:cNvSpPr txBox="1"/>
          <p:nvPr/>
        </p:nvSpPr>
        <p:spPr>
          <a:xfrm>
            <a:off x="2171700" y="2057400"/>
            <a:ext cx="1447800" cy="177800"/>
          </a:xfrm>
          <a:prstGeom prst="rect">
            <a:avLst/>
          </a:prstGeom>
          <a:noFill/>
        </p:spPr>
        <p:txBody>
          <a:bodyPr wrap="square" anchor="t" lIns="0" rIns="0" tIns="0" bIns="0">
            <a:noAutofit/>
          </a:bodyPr>
          <a:lstStyle/>
          <a:p>
            <a:pPr algn="ctr">
              <a:lnSpc>
                <a:spcPts val="1400"/>
              </a:lnSpc>
              <a:spcBef>
                <a:spcPts val="0"/>
              </a:spcBef>
              <a:spcAft>
                <a:spcPts val="0"/>
              </a:spcAft>
              <a:defRPr sz="1000">
                <a:latin typeface="SF Pro Text"/>
              </a:defRPr>
            </a:pPr>
            <a:r>
              <a:rPr sz="1000" b="0" i="0">
                <a:solidFill>
                  <a:srgbClr val="6E6E73"/>
                </a:solidFill>
                <a:latin typeface="SF Pro Text"/>
              </a:rPr>
              <a:t>Sep 15–17</a:t>
            </a:r>
          </a:p>
        </p:txBody>
      </p:sp>
      <p:sp>
        <p:nvSpPr>
          <p:cNvPr id="10" name="node"/>
          <p:cNvSpPr/>
          <p:nvPr/>
        </p:nvSpPr>
        <p:spPr>
          <a:xfrm>
            <a:off x="2838450" y="2546350"/>
            <a:ext cx="114300" cy="114300"/>
          </a:xfrm>
          <a:prstGeom prst="roundRect">
            <a:avLst>
              <a:gd name="adj" fmla="val 50000"/>
            </a:avLst>
          </a:prstGeom>
          <a:solidFill>
            <a:srgbClr val="3C3C3E"/>
          </a:solidFill>
          <a:ln>
            <a:noFill/>
          </a:ln>
          <a:effectLst/>
        </p:spPr>
        <p:txBody>
          <a:bodyPr rtlCol="0" anchor="ctr"/>
          <a:lstStyle/>
          <a:p>
            <a:pPr algn="ctr"/>
          </a:p>
        </p:txBody>
      </p:sp>
      <p:sp>
        <p:nvSpPr>
          <p:cNvPr id="11" name="value result"/>
          <p:cNvSpPr txBox="1"/>
          <p:nvPr/>
        </p:nvSpPr>
        <p:spPr>
          <a:xfrm>
            <a:off x="2171700" y="2895600"/>
            <a:ext cx="1447800" cy="304800"/>
          </a:xfrm>
          <a:prstGeom prst="rect">
            <a:avLst/>
          </a:prstGeom>
          <a:noFill/>
        </p:spPr>
        <p:txBody>
          <a:bodyPr wrap="none" anchor="t" lIns="0" rIns="0" tIns="0" bIns="0">
            <a:noAutofit/>
          </a:bodyPr>
          <a:lstStyle/>
          <a:p>
            <a:pPr algn="ctr">
              <a:lnSpc>
                <a:spcPts val="2400"/>
              </a:lnSpc>
              <a:spcBef>
                <a:spcPts val="0"/>
              </a:spcBef>
              <a:spcAft>
                <a:spcPts val="0"/>
              </a:spcAft>
              <a:defRPr sz="2000">
                <a:latin typeface="SF Pro Display"/>
              </a:defRPr>
            </a:pPr>
            <a:r>
              <a:rPr sz="2000" b="1" i="0">
                <a:solidFill>
                  <a:srgbClr val="3C3C3E"/>
                </a:solidFill>
                <a:latin typeface="SF Pro Display"/>
              </a:rPr>
              <a:t>16</a:t>
            </a:r>
          </a:p>
        </p:txBody>
      </p:sp>
      <p:sp>
        <p:nvSpPr>
          <p:cNvPr id="12" name="action"/>
          <p:cNvSpPr txBox="1"/>
          <p:nvPr/>
        </p:nvSpPr>
        <p:spPr>
          <a:xfrm>
            <a:off x="2171700" y="3346450"/>
            <a:ext cx="1447800" cy="355600"/>
          </a:xfrm>
          <a:prstGeom prst="rect">
            <a:avLst/>
          </a:prstGeom>
          <a:noFill/>
        </p:spPr>
        <p:txBody>
          <a:bodyPr wrap="square" anchor="t" lIns="0" rIns="0" tIns="0" bIns="0">
            <a:noAutofit/>
          </a:bodyPr>
          <a:lstStyle/>
          <a:p>
            <a:pPr algn="ctr">
              <a:lnSpc>
                <a:spcPts val="1400"/>
              </a:lnSpc>
              <a:spcBef>
                <a:spcPts val="0"/>
              </a:spcBef>
              <a:spcAft>
                <a:spcPts val="0"/>
              </a:spcAft>
              <a:defRPr sz="1100">
                <a:latin typeface="SF Pro Text"/>
              </a:defRPr>
            </a:pPr>
            <a:r>
              <a:rPr sz="1100" b="0" i="0">
                <a:solidFill>
                  <a:srgbClr val="3C3C3E"/>
                </a:solidFill>
                <a:latin typeface="SF Pro Text"/>
              </a:rPr>
              <a:t>Apple style traits measured</a:t>
            </a:r>
          </a:p>
        </p:txBody>
      </p:sp>
      <p:sp>
        <p:nvSpPr>
          <p:cNvPr id="13" name="date"/>
          <p:cNvSpPr txBox="1"/>
          <p:nvPr/>
        </p:nvSpPr>
        <p:spPr>
          <a:xfrm>
            <a:off x="3771900" y="2057400"/>
            <a:ext cx="1447800" cy="177800"/>
          </a:xfrm>
          <a:prstGeom prst="rect">
            <a:avLst/>
          </a:prstGeom>
          <a:noFill/>
        </p:spPr>
        <p:txBody>
          <a:bodyPr wrap="square" anchor="t" lIns="0" rIns="0" tIns="0" bIns="0">
            <a:noAutofit/>
          </a:bodyPr>
          <a:lstStyle/>
          <a:p>
            <a:pPr algn="ctr">
              <a:lnSpc>
                <a:spcPts val="1400"/>
              </a:lnSpc>
              <a:spcBef>
                <a:spcPts val="0"/>
              </a:spcBef>
              <a:spcAft>
                <a:spcPts val="0"/>
              </a:spcAft>
              <a:defRPr sz="1000">
                <a:latin typeface="SF Pro Text"/>
              </a:defRPr>
            </a:pPr>
            <a:r>
              <a:rPr sz="1000" b="0" i="0">
                <a:solidFill>
                  <a:srgbClr val="6E6E73"/>
                </a:solidFill>
                <a:latin typeface="SF Pro Text"/>
              </a:rPr>
              <a:t>Sep 17–22</a:t>
            </a:r>
          </a:p>
        </p:txBody>
      </p:sp>
      <p:sp>
        <p:nvSpPr>
          <p:cNvPr id="14" name="node"/>
          <p:cNvSpPr/>
          <p:nvPr/>
        </p:nvSpPr>
        <p:spPr>
          <a:xfrm>
            <a:off x="4438650" y="2546350"/>
            <a:ext cx="114300" cy="114300"/>
          </a:xfrm>
          <a:prstGeom prst="roundRect">
            <a:avLst>
              <a:gd name="adj" fmla="val 50000"/>
            </a:avLst>
          </a:prstGeom>
          <a:solidFill>
            <a:srgbClr val="3C3C3E"/>
          </a:solidFill>
          <a:ln>
            <a:noFill/>
          </a:ln>
          <a:effectLst/>
        </p:spPr>
        <p:txBody>
          <a:bodyPr rtlCol="0" anchor="ctr"/>
          <a:lstStyle/>
          <a:p>
            <a:pPr algn="ctr"/>
          </a:p>
        </p:txBody>
      </p:sp>
      <p:sp>
        <p:nvSpPr>
          <p:cNvPr id="15" name="value result"/>
          <p:cNvSpPr txBox="1"/>
          <p:nvPr/>
        </p:nvSpPr>
        <p:spPr>
          <a:xfrm>
            <a:off x="3771900" y="2895600"/>
            <a:ext cx="1447800" cy="304800"/>
          </a:xfrm>
          <a:prstGeom prst="rect">
            <a:avLst/>
          </a:prstGeom>
          <a:noFill/>
        </p:spPr>
        <p:txBody>
          <a:bodyPr wrap="square" anchor="t" lIns="0" rIns="0" tIns="0" bIns="0">
            <a:noAutofit/>
          </a:bodyPr>
          <a:lstStyle/>
          <a:p>
            <a:pPr algn="ctr">
              <a:lnSpc>
                <a:spcPts val="2400"/>
              </a:lnSpc>
              <a:spcBef>
                <a:spcPts val="0"/>
              </a:spcBef>
              <a:spcAft>
                <a:spcPts val="0"/>
              </a:spcAft>
              <a:defRPr sz="2000">
                <a:latin typeface="SF Pro Display"/>
              </a:defRPr>
            </a:pPr>
            <a:r>
              <a:rPr sz="2000" b="1" i="0">
                <a:solidFill>
                  <a:srgbClr val="3C3C3E"/>
                </a:solidFill>
                <a:latin typeface="SF Pro Display"/>
              </a:rPr>
              <a:t>~110 → ~46</a:t>
            </a:r>
          </a:p>
        </p:txBody>
      </p:sp>
      <p:sp>
        <p:nvSpPr>
          <p:cNvPr id="16" name="action"/>
          <p:cNvSpPr txBox="1"/>
          <p:nvPr/>
        </p:nvSpPr>
        <p:spPr>
          <a:xfrm>
            <a:off x="3771900" y="3346450"/>
            <a:ext cx="1447800" cy="355600"/>
          </a:xfrm>
          <a:prstGeom prst="rect">
            <a:avLst/>
          </a:prstGeom>
          <a:noFill/>
        </p:spPr>
        <p:txBody>
          <a:bodyPr wrap="square" anchor="t" lIns="0" rIns="0" tIns="0" bIns="0">
            <a:noAutofit/>
          </a:bodyPr>
          <a:lstStyle/>
          <a:p>
            <a:pPr algn="ctr">
              <a:lnSpc>
                <a:spcPts val="1400"/>
              </a:lnSpc>
              <a:spcBef>
                <a:spcPts val="0"/>
              </a:spcBef>
              <a:spcAft>
                <a:spcPts val="0"/>
              </a:spcAft>
              <a:defRPr sz="1100">
                <a:latin typeface="SF Pro Text"/>
              </a:defRPr>
            </a:pPr>
            <a:r>
              <a:rPr sz="1100" b="0" i="0">
                <a:solidFill>
                  <a:srgbClr val="3C3C3E"/>
                </a:solidFill>
                <a:latin typeface="SF Pro Text"/>
              </a:rPr>
              <a:t>median words per slide</a:t>
            </a:r>
          </a:p>
        </p:txBody>
      </p:sp>
      <p:sp>
        <p:nvSpPr>
          <p:cNvPr id="17" name="date"/>
          <p:cNvSpPr txBox="1"/>
          <p:nvPr/>
        </p:nvSpPr>
        <p:spPr>
          <a:xfrm>
            <a:off x="5372100" y="2057400"/>
            <a:ext cx="1447800" cy="177800"/>
          </a:xfrm>
          <a:prstGeom prst="rect">
            <a:avLst/>
          </a:prstGeom>
          <a:noFill/>
        </p:spPr>
        <p:txBody>
          <a:bodyPr wrap="square" anchor="t" lIns="0" rIns="0" tIns="0" bIns="0">
            <a:noAutofit/>
          </a:bodyPr>
          <a:lstStyle/>
          <a:p>
            <a:pPr algn="ctr">
              <a:lnSpc>
                <a:spcPts val="1400"/>
              </a:lnSpc>
              <a:spcBef>
                <a:spcPts val="0"/>
              </a:spcBef>
              <a:spcAft>
                <a:spcPts val="0"/>
              </a:spcAft>
              <a:defRPr sz="1000">
                <a:latin typeface="SF Pro Text"/>
              </a:defRPr>
            </a:pPr>
            <a:r>
              <a:rPr sz="1000" b="0" i="0">
                <a:solidFill>
                  <a:srgbClr val="6E6E73"/>
                </a:solidFill>
                <a:latin typeface="SF Pro Text"/>
              </a:rPr>
              <a:t>Sep 27–28</a:t>
            </a:r>
          </a:p>
        </p:txBody>
      </p:sp>
      <p:sp>
        <p:nvSpPr>
          <p:cNvPr id="18" name="node"/>
          <p:cNvSpPr/>
          <p:nvPr/>
        </p:nvSpPr>
        <p:spPr>
          <a:xfrm>
            <a:off x="6038850" y="2546350"/>
            <a:ext cx="114300" cy="114300"/>
          </a:xfrm>
          <a:prstGeom prst="roundRect">
            <a:avLst>
              <a:gd name="adj" fmla="val 50000"/>
            </a:avLst>
          </a:prstGeom>
          <a:solidFill>
            <a:srgbClr val="3C3C3E"/>
          </a:solidFill>
          <a:ln>
            <a:noFill/>
          </a:ln>
          <a:effectLst/>
        </p:spPr>
        <p:txBody>
          <a:bodyPr rtlCol="0" anchor="ctr"/>
          <a:lstStyle/>
          <a:p>
            <a:pPr algn="ctr"/>
          </a:p>
        </p:txBody>
      </p:sp>
      <p:sp>
        <p:nvSpPr>
          <p:cNvPr id="19" name="value result"/>
          <p:cNvSpPr txBox="1"/>
          <p:nvPr/>
        </p:nvSpPr>
        <p:spPr>
          <a:xfrm>
            <a:off x="5372100" y="2895600"/>
            <a:ext cx="1447800" cy="304800"/>
          </a:xfrm>
          <a:prstGeom prst="rect">
            <a:avLst/>
          </a:prstGeom>
          <a:noFill/>
        </p:spPr>
        <p:txBody>
          <a:bodyPr wrap="none" anchor="t" lIns="0" rIns="0" tIns="0" bIns="0">
            <a:noAutofit/>
          </a:bodyPr>
          <a:lstStyle/>
          <a:p>
            <a:pPr algn="ctr">
              <a:lnSpc>
                <a:spcPts val="2400"/>
              </a:lnSpc>
              <a:spcBef>
                <a:spcPts val="0"/>
              </a:spcBef>
              <a:spcAft>
                <a:spcPts val="0"/>
              </a:spcAft>
              <a:defRPr sz="2000">
                <a:latin typeface="SF Pro Display"/>
              </a:defRPr>
            </a:pPr>
            <a:r>
              <a:rPr sz="2000" b="1" i="0">
                <a:solidFill>
                  <a:srgbClr val="3C3C3E"/>
                </a:solidFill>
                <a:latin typeface="SF Pro Display"/>
              </a:rPr>
              <a:t>6/6</a:t>
            </a:r>
          </a:p>
        </p:txBody>
      </p:sp>
      <p:sp>
        <p:nvSpPr>
          <p:cNvPr id="20" name="action"/>
          <p:cNvSpPr txBox="1"/>
          <p:nvPr/>
        </p:nvSpPr>
        <p:spPr>
          <a:xfrm>
            <a:off x="5372100" y="3346450"/>
            <a:ext cx="1447800" cy="177800"/>
          </a:xfrm>
          <a:prstGeom prst="rect">
            <a:avLst/>
          </a:prstGeom>
          <a:noFill/>
        </p:spPr>
        <p:txBody>
          <a:bodyPr wrap="square" anchor="t" lIns="0" rIns="0" tIns="0" bIns="0">
            <a:noAutofit/>
          </a:bodyPr>
          <a:lstStyle/>
          <a:p>
            <a:pPr algn="ctr">
              <a:lnSpc>
                <a:spcPts val="1400"/>
              </a:lnSpc>
              <a:spcBef>
                <a:spcPts val="0"/>
              </a:spcBef>
              <a:spcAft>
                <a:spcPts val="0"/>
              </a:spcAft>
              <a:defRPr sz="1100">
                <a:latin typeface="SF Pro Text"/>
              </a:defRPr>
            </a:pPr>
            <a:r>
              <a:rPr sz="1100" b="0" i="0">
                <a:solidFill>
                  <a:srgbClr val="3C3C3E"/>
                </a:solidFill>
                <a:latin typeface="SF Pro Text"/>
              </a:rPr>
              <a:t>held-out test passed</a:t>
            </a:r>
          </a:p>
        </p:txBody>
      </p:sp>
      <p:sp>
        <p:nvSpPr>
          <p:cNvPr id="21" name="date"/>
          <p:cNvSpPr txBox="1"/>
          <p:nvPr/>
        </p:nvSpPr>
        <p:spPr>
          <a:xfrm>
            <a:off x="6972300" y="2057400"/>
            <a:ext cx="1447800" cy="177800"/>
          </a:xfrm>
          <a:prstGeom prst="rect">
            <a:avLst/>
          </a:prstGeom>
          <a:noFill/>
        </p:spPr>
        <p:txBody>
          <a:bodyPr wrap="square" anchor="t" lIns="0" rIns="0" tIns="0" bIns="0">
            <a:noAutofit/>
          </a:bodyPr>
          <a:lstStyle/>
          <a:p>
            <a:pPr algn="ctr">
              <a:lnSpc>
                <a:spcPts val="1400"/>
              </a:lnSpc>
              <a:spcBef>
                <a:spcPts val="0"/>
              </a:spcBef>
              <a:spcAft>
                <a:spcPts val="0"/>
              </a:spcAft>
              <a:defRPr sz="1000">
                <a:latin typeface="SF Pro Text"/>
              </a:defRPr>
            </a:pPr>
            <a:r>
              <a:rPr sz="1000" b="0" i="0">
                <a:solidFill>
                  <a:srgbClr val="6E6E73"/>
                </a:solidFill>
                <a:latin typeface="SF Pro Text"/>
              </a:rPr>
              <a:t>Sep 28–30</a:t>
            </a:r>
          </a:p>
        </p:txBody>
      </p:sp>
      <p:sp>
        <p:nvSpPr>
          <p:cNvPr id="22" name="node"/>
          <p:cNvSpPr/>
          <p:nvPr/>
        </p:nvSpPr>
        <p:spPr>
          <a:xfrm>
            <a:off x="7639050" y="2546350"/>
            <a:ext cx="114300" cy="114300"/>
          </a:xfrm>
          <a:prstGeom prst="roundRect">
            <a:avLst>
              <a:gd name="adj" fmla="val 50000"/>
            </a:avLst>
          </a:prstGeom>
          <a:solidFill>
            <a:srgbClr val="3C3C3E"/>
          </a:solidFill>
          <a:ln>
            <a:noFill/>
          </a:ln>
          <a:effectLst/>
        </p:spPr>
        <p:txBody>
          <a:bodyPr rtlCol="0" anchor="ctr"/>
          <a:lstStyle/>
          <a:p>
            <a:pPr algn="ctr"/>
          </a:p>
        </p:txBody>
      </p:sp>
      <p:sp>
        <p:nvSpPr>
          <p:cNvPr id="23" name="value result"/>
          <p:cNvSpPr txBox="1"/>
          <p:nvPr/>
        </p:nvSpPr>
        <p:spPr>
          <a:xfrm>
            <a:off x="6972300" y="2895600"/>
            <a:ext cx="1447800" cy="304800"/>
          </a:xfrm>
          <a:prstGeom prst="rect">
            <a:avLst/>
          </a:prstGeom>
          <a:noFill/>
        </p:spPr>
        <p:txBody>
          <a:bodyPr wrap="none" anchor="t" lIns="0" rIns="0" tIns="0" bIns="0">
            <a:noAutofit/>
          </a:bodyPr>
          <a:lstStyle/>
          <a:p>
            <a:pPr algn="ctr">
              <a:lnSpc>
                <a:spcPts val="2400"/>
              </a:lnSpc>
              <a:spcBef>
                <a:spcPts val="0"/>
              </a:spcBef>
              <a:spcAft>
                <a:spcPts val="0"/>
              </a:spcAft>
              <a:defRPr sz="2000">
                <a:latin typeface="SF Pro Display"/>
              </a:defRPr>
            </a:pPr>
            <a:r>
              <a:rPr sz="2000" b="1" i="0">
                <a:solidFill>
                  <a:srgbClr val="3C3C3E"/>
                </a:solidFill>
                <a:latin typeface="SF Pro Display"/>
              </a:rPr>
              <a:t>8/8</a:t>
            </a:r>
          </a:p>
        </p:txBody>
      </p:sp>
      <p:sp>
        <p:nvSpPr>
          <p:cNvPr id="24" name="action"/>
          <p:cNvSpPr txBox="1"/>
          <p:nvPr/>
        </p:nvSpPr>
        <p:spPr>
          <a:xfrm>
            <a:off x="6972300" y="3346450"/>
            <a:ext cx="1447800" cy="355600"/>
          </a:xfrm>
          <a:prstGeom prst="rect">
            <a:avLst/>
          </a:prstGeom>
          <a:noFill/>
        </p:spPr>
        <p:txBody>
          <a:bodyPr wrap="square" anchor="t" lIns="0" rIns="0" tIns="0" bIns="0">
            <a:noAutofit/>
          </a:bodyPr>
          <a:lstStyle/>
          <a:p>
            <a:pPr algn="ctr">
              <a:lnSpc>
                <a:spcPts val="1400"/>
              </a:lnSpc>
              <a:spcBef>
                <a:spcPts val="0"/>
              </a:spcBef>
              <a:spcAft>
                <a:spcPts val="0"/>
              </a:spcAft>
              <a:defRPr sz="1100">
                <a:latin typeface="SF Pro Text"/>
              </a:defRPr>
            </a:pPr>
            <a:r>
              <a:rPr sz="1100" b="0" i="0">
                <a:solidFill>
                  <a:srgbClr val="3C3C3E"/>
                </a:solidFill>
                <a:latin typeface="SF Pro Text"/>
              </a:rPr>
              <a:t>Liquid Glass judged real</a:t>
            </a:r>
          </a:p>
        </p:txBody>
      </p:sp>
      <p:sp>
        <p:nvSpPr>
          <p:cNvPr id="25" name="date"/>
          <p:cNvSpPr txBox="1"/>
          <p:nvPr/>
        </p:nvSpPr>
        <p:spPr>
          <a:xfrm>
            <a:off x="8572500" y="2057400"/>
            <a:ext cx="1447800" cy="177800"/>
          </a:xfrm>
          <a:prstGeom prst="rect">
            <a:avLst/>
          </a:prstGeom>
          <a:noFill/>
        </p:spPr>
        <p:txBody>
          <a:bodyPr wrap="square" anchor="t" lIns="0" rIns="0" tIns="0" bIns="0">
            <a:noAutofit/>
          </a:bodyPr>
          <a:lstStyle/>
          <a:p>
            <a:pPr algn="ctr">
              <a:lnSpc>
                <a:spcPts val="1400"/>
              </a:lnSpc>
              <a:spcBef>
                <a:spcPts val="0"/>
              </a:spcBef>
              <a:spcAft>
                <a:spcPts val="0"/>
              </a:spcAft>
              <a:defRPr sz="1000">
                <a:latin typeface="SF Pro Text"/>
              </a:defRPr>
            </a:pPr>
            <a:r>
              <a:rPr sz="1000" b="0" i="0">
                <a:solidFill>
                  <a:srgbClr val="6E6E73"/>
                </a:solidFill>
                <a:latin typeface="SF Pro Text"/>
              </a:rPr>
              <a:t>Oct 2–8</a:t>
            </a:r>
          </a:p>
        </p:txBody>
      </p:sp>
      <p:sp>
        <p:nvSpPr>
          <p:cNvPr id="26" name="node"/>
          <p:cNvSpPr/>
          <p:nvPr/>
        </p:nvSpPr>
        <p:spPr>
          <a:xfrm>
            <a:off x="9239250" y="2546350"/>
            <a:ext cx="114300" cy="114300"/>
          </a:xfrm>
          <a:prstGeom prst="roundRect">
            <a:avLst>
              <a:gd name="adj" fmla="val 50000"/>
            </a:avLst>
          </a:prstGeom>
          <a:solidFill>
            <a:srgbClr val="3C3C3E"/>
          </a:solidFill>
          <a:ln>
            <a:noFill/>
          </a:ln>
          <a:effectLst/>
        </p:spPr>
        <p:txBody>
          <a:bodyPr rtlCol="0" anchor="ctr"/>
          <a:lstStyle/>
          <a:p>
            <a:pPr algn="ctr"/>
          </a:p>
        </p:txBody>
      </p:sp>
      <p:sp>
        <p:nvSpPr>
          <p:cNvPr id="27" name="value result"/>
          <p:cNvSpPr txBox="1"/>
          <p:nvPr/>
        </p:nvSpPr>
        <p:spPr>
          <a:xfrm>
            <a:off x="8572500" y="2895600"/>
            <a:ext cx="1447800" cy="304800"/>
          </a:xfrm>
          <a:prstGeom prst="rect">
            <a:avLst/>
          </a:prstGeom>
          <a:noFill/>
        </p:spPr>
        <p:txBody>
          <a:bodyPr wrap="none" anchor="t" lIns="0" rIns="0" tIns="0" bIns="0">
            <a:noAutofit/>
          </a:bodyPr>
          <a:lstStyle/>
          <a:p>
            <a:pPr algn="ctr">
              <a:lnSpc>
                <a:spcPts val="2400"/>
              </a:lnSpc>
              <a:spcBef>
                <a:spcPts val="0"/>
              </a:spcBef>
              <a:spcAft>
                <a:spcPts val="0"/>
              </a:spcAft>
              <a:defRPr sz="2000">
                <a:latin typeface="SF Pro Display"/>
              </a:defRPr>
            </a:pPr>
            <a:r>
              <a:rPr sz="2000" b="1" i="0">
                <a:solidFill>
                  <a:srgbClr val="3C3C3E"/>
                </a:solidFill>
                <a:latin typeface="SF Pro Display"/>
              </a:rPr>
              <a:t>0</a:t>
            </a:r>
          </a:p>
        </p:txBody>
      </p:sp>
      <p:sp>
        <p:nvSpPr>
          <p:cNvPr id="28" name="action"/>
          <p:cNvSpPr txBox="1"/>
          <p:nvPr/>
        </p:nvSpPr>
        <p:spPr>
          <a:xfrm>
            <a:off x="8572500" y="3346450"/>
            <a:ext cx="1447800" cy="355600"/>
          </a:xfrm>
          <a:prstGeom prst="rect">
            <a:avLst/>
          </a:prstGeom>
          <a:noFill/>
        </p:spPr>
        <p:txBody>
          <a:bodyPr wrap="square" anchor="t" lIns="0" rIns="0" tIns="0" bIns="0">
            <a:noAutofit/>
          </a:bodyPr>
          <a:lstStyle/>
          <a:p>
            <a:pPr algn="ctr">
              <a:lnSpc>
                <a:spcPts val="1400"/>
              </a:lnSpc>
              <a:spcBef>
                <a:spcPts val="0"/>
              </a:spcBef>
              <a:spcAft>
                <a:spcPts val="0"/>
              </a:spcAft>
              <a:defRPr sz="1100">
                <a:latin typeface="SF Pro Text"/>
              </a:defRPr>
            </a:pPr>
            <a:r>
              <a:rPr sz="1100" b="0" i="0">
                <a:solidFill>
                  <a:srgbClr val="3C3C3E"/>
                </a:solidFill>
                <a:latin typeface="SF Pro Text"/>
              </a:rPr>
              <a:t>changes after save → reopen</a:t>
            </a:r>
          </a:p>
        </p:txBody>
      </p:sp>
      <p:sp>
        <p:nvSpPr>
          <p:cNvPr id="29" name="date"/>
          <p:cNvSpPr txBox="1"/>
          <p:nvPr/>
        </p:nvSpPr>
        <p:spPr>
          <a:xfrm>
            <a:off x="10172700" y="2057400"/>
            <a:ext cx="1447800" cy="177800"/>
          </a:xfrm>
          <a:prstGeom prst="rect">
            <a:avLst/>
          </a:prstGeom>
          <a:noFill/>
        </p:spPr>
        <p:txBody>
          <a:bodyPr wrap="square" anchor="t" lIns="0" rIns="0" tIns="0" bIns="0">
            <a:noAutofit/>
          </a:bodyPr>
          <a:lstStyle/>
          <a:p>
            <a:pPr algn="ctr">
              <a:lnSpc>
                <a:spcPts val="1400"/>
              </a:lnSpc>
              <a:spcBef>
                <a:spcPts val="0"/>
              </a:spcBef>
              <a:spcAft>
                <a:spcPts val="0"/>
              </a:spcAft>
              <a:defRPr sz="1000">
                <a:latin typeface="SF Pro Text"/>
              </a:defRPr>
            </a:pPr>
            <a:r>
              <a:rPr sz="1000" b="0" i="0">
                <a:solidFill>
                  <a:srgbClr val="6E6E73"/>
                </a:solidFill>
                <a:latin typeface="SF Pro Text"/>
              </a:rPr>
              <a:t>Oct</a:t>
            </a:r>
          </a:p>
        </p:txBody>
      </p:sp>
      <p:sp>
        <p:nvSpPr>
          <p:cNvPr id="30" name="node"/>
          <p:cNvSpPr/>
          <p:nvPr/>
        </p:nvSpPr>
        <p:spPr>
          <a:xfrm>
            <a:off x="10839450" y="2546350"/>
            <a:ext cx="114300" cy="114300"/>
          </a:xfrm>
          <a:prstGeom prst="roundRect">
            <a:avLst>
              <a:gd name="adj" fmla="val 50000"/>
            </a:avLst>
          </a:prstGeom>
          <a:solidFill>
            <a:srgbClr val="0071E3"/>
          </a:solidFill>
          <a:ln>
            <a:noFill/>
          </a:ln>
          <a:effectLst/>
        </p:spPr>
        <p:txBody>
          <a:bodyPr rtlCol="0" anchor="ctr"/>
          <a:lstStyle/>
          <a:p>
            <a:pPr algn="ctr"/>
          </a:p>
        </p:txBody>
      </p:sp>
      <p:sp>
        <p:nvSpPr>
          <p:cNvPr id="31" name="value result"/>
          <p:cNvSpPr txBox="1"/>
          <p:nvPr/>
        </p:nvSpPr>
        <p:spPr>
          <a:xfrm>
            <a:off x="10172700" y="2895600"/>
            <a:ext cx="1447800" cy="304800"/>
          </a:xfrm>
          <a:prstGeom prst="rect">
            <a:avLst/>
          </a:prstGeom>
          <a:noFill/>
        </p:spPr>
        <p:txBody>
          <a:bodyPr wrap="square" anchor="t" lIns="0" rIns="0" tIns="0" bIns="0">
            <a:noAutofit/>
          </a:bodyPr>
          <a:lstStyle/>
          <a:p>
            <a:pPr algn="ctr">
              <a:lnSpc>
                <a:spcPts val="2400"/>
              </a:lnSpc>
              <a:spcBef>
                <a:spcPts val="0"/>
              </a:spcBef>
              <a:spcAft>
                <a:spcPts val="0"/>
              </a:spcAft>
              <a:defRPr sz="2000">
                <a:latin typeface="SF Pro Display"/>
              </a:defRPr>
            </a:pPr>
            <a:r>
              <a:rPr sz="2000" b="1" i="0">
                <a:solidFill>
                  <a:srgbClr val="0071E3"/>
                </a:solidFill>
                <a:latin typeface="SF Pro Display"/>
              </a:rPr>
              <a:t>≤15 min</a:t>
            </a:r>
          </a:p>
        </p:txBody>
      </p:sp>
      <p:sp>
        <p:nvSpPr>
          <p:cNvPr id="32" name="action"/>
          <p:cNvSpPr txBox="1"/>
          <p:nvPr/>
        </p:nvSpPr>
        <p:spPr>
          <a:xfrm>
            <a:off x="10172700" y="3346450"/>
            <a:ext cx="1447800" cy="177800"/>
          </a:xfrm>
          <a:prstGeom prst="rect">
            <a:avLst/>
          </a:prstGeom>
          <a:noFill/>
        </p:spPr>
        <p:txBody>
          <a:bodyPr wrap="square" anchor="t" lIns="0" rIns="0" tIns="0" bIns="0">
            <a:noAutofit/>
          </a:bodyPr>
          <a:lstStyle/>
          <a:p>
            <a:pPr algn="ctr">
              <a:lnSpc>
                <a:spcPts val="1400"/>
              </a:lnSpc>
              <a:spcBef>
                <a:spcPts val="0"/>
              </a:spcBef>
              <a:spcAft>
                <a:spcPts val="0"/>
              </a:spcAft>
              <a:defRPr sz="1100">
                <a:latin typeface="SF Pro Text"/>
              </a:defRPr>
            </a:pPr>
            <a:r>
              <a:rPr sz="1100" b="0" i="0">
                <a:solidFill>
                  <a:srgbClr val="3C3C3E"/>
                </a:solidFill>
                <a:latin typeface="SF Pro Text"/>
              </a:rPr>
              <a:t>real-deck pilot edits</a:t>
            </a:r>
          </a:p>
        </p:txBody>
      </p:sp>
      <p:grpSp>
        <p:nvGrpSpPr>
          <p:cNvPr id="33" name="Roles and test rounds"/>
          <p:cNvGrpSpPr/>
          <p:nvPr/>
        </p:nvGrpSpPr>
        <p:grpSpPr>
          <a:xfrm>
            <a:off x="571500" y="4711700"/>
            <a:ext cx="11049000" cy="1206500"/>
            <a:chOff x="571500" y="4711700"/>
            <a:chExt cx="11049000" cy="1206500"/>
          </a:xfrm>
        </p:grpSpPr>
        <p:sp>
          <p:nvSpPr>
            <p:cNvPr id="34" name="Roles and test rounds · panel"/>
            <p:cNvSpPr/>
            <p:nvPr/>
          </p:nvSpPr>
          <p:spPr>
            <a:xfrm>
              <a:off x="571500" y="4711700"/>
              <a:ext cx="11049000" cy="1206500"/>
            </a:xfrm>
            <a:prstGeom prst="roundRect">
              <a:avLst>
                <a:gd name="adj" fmla="val 16842"/>
              </a:avLst>
            </a:prstGeom>
            <a:solidFill>
              <a:srgbClr val="FFFFFF"/>
            </a:solidFill>
            <a:ln>
              <a:noFill/>
            </a:ln>
            <a:effectLst/>
          </p:spPr>
          <p:txBody>
            <a:bodyPr rtlCol="0" anchor="ctr"/>
            <a:lstStyle/>
            <a:p>
              <a:pPr algn="ctr"/>
            </a:p>
          </p:txBody>
        </p:sp>
        <p:sp>
          <p:nvSpPr>
            <p:cNvPr id="35" name="Roles and test rounds · value"/>
            <p:cNvSpPr txBox="1"/>
            <p:nvPr/>
          </p:nvSpPr>
          <p:spPr>
            <a:xfrm>
              <a:off x="774700" y="4927600"/>
              <a:ext cx="2286000" cy="304800"/>
            </a:xfrm>
            <a:prstGeom prst="rect">
              <a:avLst/>
            </a:prstGeom>
            <a:noFill/>
          </p:spPr>
          <p:txBody>
            <a:bodyPr wrap="square" anchor="t" lIns="0" rIns="0" tIns="0" bIns="0">
              <a:noAutofit/>
            </a:bodyPr>
            <a:lstStyle/>
            <a:p>
              <a:pPr algn="l">
                <a:lnSpc>
                  <a:spcPts val="2400"/>
                </a:lnSpc>
                <a:spcBef>
                  <a:spcPts val="0"/>
                </a:spcBef>
                <a:spcAft>
                  <a:spcPts val="0"/>
                </a:spcAft>
                <a:defRPr sz="2000">
                  <a:latin typeface="SF Pro Display"/>
                </a:defRPr>
              </a:pPr>
              <a:r>
                <a:rPr sz="2000" b="1" i="0">
                  <a:solidFill>
                    <a:srgbClr val="3C3C3E"/>
                  </a:solidFill>
                  <a:latin typeface="SF Pro Display"/>
                </a:rPr>
                <a:t>Owner</a:t>
              </a:r>
            </a:p>
          </p:txBody>
        </p:sp>
        <p:sp>
          <p:nvSpPr>
            <p:cNvPr id="36" name="Roles and test rounds · caption"/>
            <p:cNvSpPr txBox="1"/>
            <p:nvPr/>
          </p:nvSpPr>
          <p:spPr>
            <a:xfrm>
              <a:off x="774700" y="5308600"/>
              <a:ext cx="2286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goal, judgement</a:t>
              </a:r>
            </a:p>
          </p:txBody>
        </p:sp>
        <p:sp>
          <p:nvSpPr>
            <p:cNvPr id="37" name="Roles and test rounds · peer-divider"/>
            <p:cNvSpPr/>
            <p:nvPr/>
          </p:nvSpPr>
          <p:spPr>
            <a:xfrm>
              <a:off x="3340100" y="4940300"/>
              <a:ext cx="6350" cy="596900"/>
            </a:xfrm>
            <a:prstGeom prst="rect">
              <a:avLst/>
            </a:prstGeom>
            <a:solidFill>
              <a:srgbClr val="D2D2D7"/>
            </a:solidFill>
            <a:ln>
              <a:noFill/>
            </a:ln>
            <a:effectLst/>
          </p:spPr>
          <p:txBody>
            <a:bodyPr rtlCol="0" anchor="ctr"/>
            <a:lstStyle/>
            <a:p>
              <a:pPr algn="ctr"/>
            </a:p>
          </p:txBody>
        </p:sp>
        <p:sp>
          <p:nvSpPr>
            <p:cNvPr id="38" name="Roles and test rounds · value"/>
            <p:cNvSpPr txBox="1"/>
            <p:nvPr/>
          </p:nvSpPr>
          <p:spPr>
            <a:xfrm>
              <a:off x="3594100" y="4927600"/>
              <a:ext cx="2286000" cy="304800"/>
            </a:xfrm>
            <a:prstGeom prst="rect">
              <a:avLst/>
            </a:prstGeom>
            <a:noFill/>
          </p:spPr>
          <p:txBody>
            <a:bodyPr wrap="square" anchor="t" lIns="0" rIns="0" tIns="0" bIns="0">
              <a:noAutofit/>
            </a:bodyPr>
            <a:lstStyle/>
            <a:p>
              <a:pPr algn="l">
                <a:lnSpc>
                  <a:spcPts val="2400"/>
                </a:lnSpc>
                <a:spcBef>
                  <a:spcPts val="0"/>
                </a:spcBef>
                <a:spcAft>
                  <a:spcPts val="0"/>
                </a:spcAft>
                <a:defRPr sz="2000">
                  <a:latin typeface="SF Pro Display"/>
                </a:defRPr>
              </a:pPr>
              <a:r>
                <a:rPr sz="2000" b="1" i="0">
                  <a:solidFill>
                    <a:srgbClr val="3C3C3E"/>
                  </a:solidFill>
                  <a:latin typeface="SF Pro Display"/>
                </a:rPr>
                <a:t>Claude</a:t>
              </a:r>
            </a:p>
          </p:txBody>
        </p:sp>
        <p:sp>
          <p:nvSpPr>
            <p:cNvPr id="39" name="Roles and test rounds · caption"/>
            <p:cNvSpPr txBox="1"/>
            <p:nvPr/>
          </p:nvSpPr>
          <p:spPr>
            <a:xfrm>
              <a:off x="3594100" y="5308600"/>
              <a:ext cx="2286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plan, PowerPoint checks</a:t>
              </a:r>
            </a:p>
          </p:txBody>
        </p:sp>
        <p:sp>
          <p:nvSpPr>
            <p:cNvPr id="40" name="Roles and test rounds · peer-divider"/>
            <p:cNvSpPr/>
            <p:nvPr/>
          </p:nvSpPr>
          <p:spPr>
            <a:xfrm>
              <a:off x="6159500" y="4940300"/>
              <a:ext cx="6350" cy="596900"/>
            </a:xfrm>
            <a:prstGeom prst="rect">
              <a:avLst/>
            </a:prstGeom>
            <a:solidFill>
              <a:srgbClr val="D2D2D7"/>
            </a:solidFill>
            <a:ln>
              <a:noFill/>
            </a:ln>
            <a:effectLst/>
          </p:spPr>
          <p:txBody>
            <a:bodyPr rtlCol="0" anchor="ctr"/>
            <a:lstStyle/>
            <a:p>
              <a:pPr algn="ctr"/>
            </a:p>
          </p:txBody>
        </p:sp>
        <p:sp>
          <p:nvSpPr>
            <p:cNvPr id="41" name="Roles and test rounds · value"/>
            <p:cNvSpPr txBox="1"/>
            <p:nvPr/>
          </p:nvSpPr>
          <p:spPr>
            <a:xfrm>
              <a:off x="6413500" y="4927600"/>
              <a:ext cx="2286000" cy="304800"/>
            </a:xfrm>
            <a:prstGeom prst="rect">
              <a:avLst/>
            </a:prstGeom>
            <a:noFill/>
          </p:spPr>
          <p:txBody>
            <a:bodyPr wrap="square" anchor="t" lIns="0" rIns="0" tIns="0" bIns="0">
              <a:noAutofit/>
            </a:bodyPr>
            <a:lstStyle/>
            <a:p>
              <a:pPr algn="l">
                <a:lnSpc>
                  <a:spcPts val="2400"/>
                </a:lnSpc>
                <a:spcBef>
                  <a:spcPts val="0"/>
                </a:spcBef>
                <a:spcAft>
                  <a:spcPts val="0"/>
                </a:spcAft>
                <a:defRPr sz="2000">
                  <a:latin typeface="SF Pro Display"/>
                </a:defRPr>
              </a:pPr>
              <a:r>
                <a:rPr sz="2000" b="1" i="0">
                  <a:solidFill>
                    <a:srgbClr val="3C3C3E"/>
                  </a:solidFill>
                  <a:latin typeface="SF Pro Display"/>
                </a:rPr>
                <a:t>Codex</a:t>
              </a:r>
            </a:p>
          </p:txBody>
        </p:sp>
        <p:sp>
          <p:nvSpPr>
            <p:cNvPr id="42" name="Roles and test rounds · caption"/>
            <p:cNvSpPr txBox="1"/>
            <p:nvPr/>
          </p:nvSpPr>
          <p:spPr>
            <a:xfrm>
              <a:off x="6413500" y="5308600"/>
              <a:ext cx="2286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build runs</a:t>
              </a:r>
            </a:p>
          </p:txBody>
        </p:sp>
        <p:sp>
          <p:nvSpPr>
            <p:cNvPr id="43" name="Roles and test rounds · peer-divider"/>
            <p:cNvSpPr/>
            <p:nvPr/>
          </p:nvSpPr>
          <p:spPr>
            <a:xfrm>
              <a:off x="8978900" y="4940300"/>
              <a:ext cx="6350" cy="596900"/>
            </a:xfrm>
            <a:prstGeom prst="rect">
              <a:avLst/>
            </a:prstGeom>
            <a:solidFill>
              <a:srgbClr val="D2D2D7"/>
            </a:solidFill>
            <a:ln>
              <a:noFill/>
            </a:ln>
            <a:effectLst/>
          </p:spPr>
          <p:txBody>
            <a:bodyPr rtlCol="0" anchor="ctr"/>
            <a:lstStyle/>
            <a:p>
              <a:pPr algn="ctr"/>
            </a:p>
          </p:txBody>
        </p:sp>
        <p:sp>
          <p:nvSpPr>
            <p:cNvPr id="44" name="Roles and test rounds · value"/>
            <p:cNvSpPr txBox="1"/>
            <p:nvPr/>
          </p:nvSpPr>
          <p:spPr>
            <a:xfrm>
              <a:off x="9232900" y="4927600"/>
              <a:ext cx="2184400" cy="304800"/>
            </a:xfrm>
            <a:prstGeom prst="rect">
              <a:avLst/>
            </a:prstGeom>
            <a:noFill/>
          </p:spPr>
          <p:txBody>
            <a:bodyPr wrap="square" anchor="t" lIns="0" rIns="0" tIns="0" bIns="0">
              <a:noAutofit/>
            </a:bodyPr>
            <a:lstStyle/>
            <a:p>
              <a:pPr algn="l">
                <a:lnSpc>
                  <a:spcPts val="2400"/>
                </a:lnSpc>
                <a:spcBef>
                  <a:spcPts val="0"/>
                </a:spcBef>
                <a:spcAft>
                  <a:spcPts val="0"/>
                </a:spcAft>
                <a:defRPr sz="2000">
                  <a:latin typeface="SF Pro Display"/>
                </a:defRPr>
              </a:pPr>
              <a:r>
                <a:rPr sz="2000" b="1" i="0">
                  <a:solidFill>
                    <a:srgbClr val="3C3C3E"/>
                  </a:solidFill>
                  <a:latin typeface="SF Pro Display"/>
                </a:rPr>
                <a:t>~25</a:t>
              </a:r>
            </a:p>
          </p:txBody>
        </p:sp>
        <p:sp>
          <p:nvSpPr>
            <p:cNvPr id="45" name="Roles and test rounds · caption"/>
            <p:cNvSpPr txBox="1"/>
            <p:nvPr/>
          </p:nvSpPr>
          <p:spPr>
            <a:xfrm>
              <a:off x="9232900" y="5308600"/>
              <a:ext cx="21844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test rounds</a:t>
              </a:r>
            </a:p>
          </p:txBody>
        </p:sp>
      </p:grpSp>
      <p:sp>
        <p:nvSpPr>
          <p:cNvPr id="46" name="footer footer-source"/>
          <p:cNvSpPr txBox="1"/>
          <p:nvPr/>
        </p:nvSpPr>
        <p:spPr>
          <a:xfrm>
            <a:off x="571500" y="6483350"/>
            <a:ext cx="8445500" cy="1651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0" i="0">
                <a:solidFill>
                  <a:srgbClr val="6E6E73"/>
                </a:solidFill>
                <a:latin typeface="SF Pro Text"/>
              </a:rPr>
              <a:t>Source: Report Slides skill tracker and test records, Aug–Oct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chart-interpretation · column-body-kpi">
    <p:bg>
      <p:bgPr>
        <a:solidFill>
          <a:srgbClr val="FFFFFF"/>
        </a:solidFill>
        <a:effectLst/>
      </p:bgPr>
    </p:bg>
    <p:spTree>
      <p:nvGrpSpPr>
        <p:cNvPr id="1" name=""/>
        <p:cNvGrpSpPr/>
        <p:nvPr/>
      </p:nvGrpSpPr>
      <p:grpSpPr/>
      <p:sp>
        <p:nvSpPr>
          <p:cNvPr id="2" name="headline"/>
          <p:cNvSpPr>
            <a:spLocks noGrp="1"/>
          </p:cNvSpPr>
          <p:nvPr>
            <p:ph type="title"/>
          </p:nvPr>
        </p:nvSpPr>
        <p:spPr>
          <a:xfrm>
            <a:off x="571500" y="635000"/>
            <a:ext cx="11049000" cy="495300"/>
          </a:xfrm>
        </p:spPr>
        <p:txBody>
          <a:bodyPr wrap="square" anchor="t" lIns="0" rIns="0" tIns="0" bIns="0">
            <a:noAutofit/>
          </a:bodyPr>
          <a:lstStyle/>
          <a:p>
            <a:pPr algn="l">
              <a:lnSpc>
                <a:spcPts val="3800"/>
              </a:lnSpc>
              <a:spcBef>
                <a:spcPts val="0"/>
              </a:spcBef>
              <a:spcAft>
                <a:spcPts val="0"/>
              </a:spcAft>
              <a:defRPr sz="3200">
                <a:latin typeface="SF Pro Display"/>
              </a:defRPr>
            </a:pPr>
            <a:r>
              <a:rPr sz="3200" b="1" i="0" spc="-25">
                <a:solidFill>
                  <a:srgbClr val="1D1D1F"/>
                </a:solidFill>
                <a:latin typeface="SF Pro Display"/>
              </a:rPr>
              <a:t>Word counts fell while numbers stayed</a:t>
            </a:r>
          </a:p>
        </p:txBody>
      </p:sp>
      <p:sp>
        <p:nvSpPr>
          <p:cNvPr id="3" name="eyebrow"/>
          <p:cNvSpPr txBox="1"/>
          <p:nvPr/>
        </p:nvSpPr>
        <p:spPr>
          <a:xfrm>
            <a:off x="571500" y="368300"/>
            <a:ext cx="11049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Report Slides skill | How and when</a:t>
            </a:r>
          </a:p>
        </p:txBody>
      </p:sp>
      <p:sp>
        <p:nvSpPr>
          <p:cNvPr id="4" name="subtitle"/>
          <p:cNvSpPr txBox="1"/>
          <p:nvPr/>
        </p:nvSpPr>
        <p:spPr>
          <a:xfrm>
            <a:off x="571500" y="1270000"/>
            <a:ext cx="11049000" cy="241300"/>
          </a:xfrm>
          <a:prstGeom prst="rect">
            <a:avLst/>
          </a:prstGeom>
          <a:noFill/>
        </p:spPr>
        <p:txBody>
          <a:bodyPr wrap="square" anchor="t" lIns="0" rIns="0" tIns="0" bIns="0">
            <a:noAutofit/>
          </a:bodyPr>
          <a:lstStyle/>
          <a:p>
            <a:pPr algn="l">
              <a:lnSpc>
                <a:spcPts val="1700"/>
              </a:lnSpc>
              <a:spcBef>
                <a:spcPts val="0"/>
              </a:spcBef>
              <a:spcAft>
                <a:spcPts val="0"/>
              </a:spcAft>
              <a:defRPr sz="1300">
                <a:latin typeface="SF Pro Text"/>
              </a:defRPr>
            </a:pPr>
            <a:r>
              <a:rPr sz="1300" b="0" i="0">
                <a:solidFill>
                  <a:srgbClr val="1D1D1F"/>
                </a:solidFill>
                <a:latin typeface="SF Pro Text"/>
              </a:rPr>
              <a:t>Median counted words per slide · same count method</a:t>
            </a:r>
          </a:p>
        </p:txBody>
      </p:sp>
      <p:graphicFrame>
        <p:nvGraphicFramePr>
          <p:cNvPr id="5" name="median words by round"/>
          <p:cNvGraphicFramePr>
            <a:graphicFrameLocks noGrp="1"/>
          </p:cNvGraphicFramePr>
          <p:nvPr/>
        </p:nvGraphicFramePr>
        <p:xfrm>
          <a:off x="571500" y="1968500"/>
          <a:ext cx="7112000" cy="3619500"/>
        </p:xfrm>
        <a:graphic>
          <a:graphicData uri="http://schemas.openxmlformats.org/drawingml/2006/chart">
            <c:chart xmlns:c="http://schemas.openxmlformats.org/drawingml/2006/chart" r:id="rId2"/>
          </a:graphicData>
        </a:graphic>
      </p:graphicFrame>
      <p:pic>
        <p:nvPicPr>
          <p:cNvPr id="6" name="word ceiling (glass picture: rebuild if moved or content beneath changes)" descr="image.jpg"/>
          <p:cNvPicPr>
            <a:picLocks noChangeAspect="1"/>
          </p:cNvPicPr>
          <p:nvPr/>
        </p:nvPicPr>
        <p:blipFill>
          <a:blip r:embed="rId3"/>
          <a:stretch>
            <a:fillRect/>
          </a:stretch>
        </p:blipFill>
        <p:spPr>
          <a:xfrm>
            <a:off x="1174750" y="3727450"/>
            <a:ext cx="1828800" cy="876300"/>
          </a:xfrm>
          <a:prstGeom prst="roundRect">
            <a:avLst>
              <a:gd name="adj" fmla="val 50000"/>
            </a:avLst>
          </a:prstGeom>
          <a:effectLst>
            <a:outerShdw blurRad="304800" dist="101600" dir="5400000" algn="t" rotWithShape="0">
              <a:srgbClr val="000000">
                <a:alpha val="13000"/>
              </a:srgbClr>
            </a:outerShdw>
          </a:effectLst>
        </p:spPr>
      </p:pic>
      <p:sp>
        <p:nvSpPr>
          <p:cNvPr id="7" name="g-lab"/>
          <p:cNvSpPr txBox="1"/>
          <p:nvPr/>
        </p:nvSpPr>
        <p:spPr>
          <a:xfrm>
            <a:off x="1181100" y="3873500"/>
            <a:ext cx="1816100" cy="152400"/>
          </a:xfrm>
          <a:prstGeom prst="rect">
            <a:avLst/>
          </a:prstGeom>
          <a:noFill/>
        </p:spPr>
        <p:txBody>
          <a:bodyPr wrap="square" anchor="t" lIns="0" rIns="0" tIns="0" bIns="0">
            <a:noAutofit/>
          </a:bodyPr>
          <a:lstStyle/>
          <a:p>
            <a:pPr algn="ctr">
              <a:lnSpc>
                <a:spcPts val="1200"/>
              </a:lnSpc>
              <a:spcBef>
                <a:spcPts val="0"/>
              </a:spcBef>
              <a:spcAft>
                <a:spcPts val="0"/>
              </a:spcAft>
              <a:defRPr sz="1000">
                <a:latin typeface="SF Pro Text"/>
              </a:defRPr>
            </a:pPr>
            <a:r>
              <a:rPr sz="1000" b="1" i="0" spc="20">
                <a:solidFill>
                  <a:srgbClr val="1D1D1F"/>
                </a:solidFill>
                <a:latin typeface="SF Pro Text"/>
              </a:rPr>
              <a:t>R3 → R5</a:t>
            </a:r>
          </a:p>
        </p:txBody>
      </p:sp>
      <p:sp>
        <p:nvSpPr>
          <p:cNvPr id="8" name="g-val"/>
          <p:cNvSpPr txBox="1"/>
          <p:nvPr/>
        </p:nvSpPr>
        <p:spPr>
          <a:xfrm>
            <a:off x="1390650" y="4051300"/>
            <a:ext cx="1397000" cy="330200"/>
          </a:xfrm>
          <a:prstGeom prst="rect">
            <a:avLst/>
          </a:prstGeom>
          <a:noFill/>
        </p:spPr>
        <p:txBody>
          <a:bodyPr wrap="none" anchor="t" lIns="0" rIns="0" tIns="0" bIns="0">
            <a:noAutofit/>
          </a:bodyPr>
          <a:lstStyle/>
          <a:p>
            <a:pPr algn="ctr">
              <a:lnSpc>
                <a:spcPts val="2600"/>
              </a:lnSpc>
              <a:spcBef>
                <a:spcPts val="0"/>
              </a:spcBef>
              <a:spcAft>
                <a:spcPts val="0"/>
              </a:spcAft>
              <a:defRPr sz="2200">
                <a:latin typeface="SF Pro Display"/>
              </a:defRPr>
            </a:pPr>
            <a:r>
              <a:rPr sz="2200" b="1" i="0">
                <a:solidFill>
                  <a:srgbClr val="1D1D1F"/>
                </a:solidFill>
                <a:latin typeface="SF Pro Display"/>
              </a:rPr>
              <a:t>−59%</a:t>
            </a:r>
          </a:p>
        </p:txBody>
      </p:sp>
      <p:sp>
        <p:nvSpPr>
          <p:cNvPr id="9" name="group-title label"/>
          <p:cNvSpPr txBox="1"/>
          <p:nvPr/>
        </p:nvSpPr>
        <p:spPr>
          <a:xfrm>
            <a:off x="8318500" y="2216150"/>
            <a:ext cx="33020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NUMBERS KEPT</a:t>
            </a:r>
          </a:p>
        </p:txBody>
      </p:sp>
      <p:sp>
        <p:nvSpPr>
          <p:cNvPr id="10" name="group-body value"/>
          <p:cNvSpPr txBox="1"/>
          <p:nvPr/>
        </p:nvSpPr>
        <p:spPr>
          <a:xfrm>
            <a:off x="8318500" y="2413000"/>
            <a:ext cx="3302000" cy="304800"/>
          </a:xfrm>
          <a:prstGeom prst="rect">
            <a:avLst/>
          </a:prstGeom>
          <a:noFill/>
        </p:spPr>
        <p:txBody>
          <a:bodyPr wrap="none" anchor="t" lIns="0" rIns="0" tIns="0" bIns="0">
            <a:noAutofit/>
          </a:bodyPr>
          <a:lstStyle/>
          <a:p>
            <a:pPr algn="l">
              <a:lnSpc>
                <a:spcPts val="2400"/>
              </a:lnSpc>
              <a:spcBef>
                <a:spcPts val="0"/>
              </a:spcBef>
              <a:spcAft>
                <a:spcPts val="0"/>
              </a:spcAft>
              <a:defRPr sz="2000">
                <a:latin typeface="SF Pro Display"/>
              </a:defRPr>
            </a:pPr>
            <a:r>
              <a:rPr sz="2000" b="1" i="0">
                <a:solidFill>
                  <a:srgbClr val="1D1D1F"/>
                </a:solidFill>
                <a:latin typeface="SF Pro Display"/>
              </a:rPr>
              <a:t>112/112</a:t>
            </a:r>
          </a:p>
        </p:txBody>
      </p:sp>
      <p:sp>
        <p:nvSpPr>
          <p:cNvPr id="11" name="group-title label"/>
          <p:cNvSpPr txBox="1"/>
          <p:nvPr/>
        </p:nvSpPr>
        <p:spPr>
          <a:xfrm>
            <a:off x="8318500" y="3740150"/>
            <a:ext cx="33020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COUNTED-WORD CEILING</a:t>
            </a:r>
          </a:p>
        </p:txBody>
      </p:sp>
      <p:sp>
        <p:nvSpPr>
          <p:cNvPr id="12" name="group-body value"/>
          <p:cNvSpPr txBox="1"/>
          <p:nvPr/>
        </p:nvSpPr>
        <p:spPr>
          <a:xfrm>
            <a:off x="8318500" y="3937000"/>
            <a:ext cx="3302000" cy="304800"/>
          </a:xfrm>
          <a:prstGeom prst="rect">
            <a:avLst/>
          </a:prstGeom>
          <a:noFill/>
        </p:spPr>
        <p:txBody>
          <a:bodyPr wrap="none" anchor="t" lIns="0" rIns="0" tIns="0" bIns="0">
            <a:noAutofit/>
          </a:bodyPr>
          <a:lstStyle/>
          <a:p>
            <a:pPr algn="l">
              <a:lnSpc>
                <a:spcPts val="2400"/>
              </a:lnSpc>
              <a:spcBef>
                <a:spcPts val="0"/>
              </a:spcBef>
              <a:spcAft>
                <a:spcPts val="0"/>
              </a:spcAft>
              <a:defRPr sz="2000">
                <a:latin typeface="SF Pro Display"/>
              </a:defRPr>
            </a:pPr>
            <a:r>
              <a:rPr sz="2000" b="1" i="0">
                <a:solidFill>
                  <a:srgbClr val="1D1D1F"/>
                </a:solidFill>
                <a:latin typeface="SF Pro Display"/>
              </a:rPr>
              <a:t>90</a:t>
            </a:r>
          </a:p>
        </p:txBody>
      </p:sp>
      <p:sp>
        <p:nvSpPr>
          <p:cNvPr id="13" name="footer footer-source"/>
          <p:cNvSpPr txBox="1"/>
          <p:nvPr/>
        </p:nvSpPr>
        <p:spPr>
          <a:xfrm>
            <a:off x="571500" y="6483350"/>
            <a:ext cx="8445500" cy="1651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0" i="0">
                <a:solidFill>
                  <a:srgbClr val="6E6E73"/>
                </a:solidFill>
                <a:latin typeface="SF Pro Text"/>
              </a:rPr>
              <a:t>Source: Report Slides skill · approved catalogue input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goal-progress · default">
    <p:bg>
      <p:bgPr>
        <a:solidFill>
          <a:srgbClr val="F3F2F5"/>
        </a:solidFill>
        <a:effectLst/>
      </p:bgPr>
    </p:bg>
    <p:spTree>
      <p:nvGrpSpPr>
        <p:cNvPr id="1" name=""/>
        <p:cNvGrpSpPr/>
        <p:nvPr/>
      </p:nvGrpSpPr>
      <p:grpSpPr/>
      <p:sp>
        <p:nvSpPr>
          <p:cNvPr id="2" name="headline"/>
          <p:cNvSpPr>
            <a:spLocks noGrp="1"/>
          </p:cNvSpPr>
          <p:nvPr>
            <p:ph type="title"/>
          </p:nvPr>
        </p:nvSpPr>
        <p:spPr>
          <a:xfrm>
            <a:off x="571500" y="679450"/>
            <a:ext cx="11049000" cy="520700"/>
          </a:xfrm>
        </p:spPr>
        <p:txBody>
          <a:bodyPr wrap="square" anchor="t" lIns="0" rIns="0" tIns="0" bIns="0">
            <a:noAutofit/>
          </a:bodyPr>
          <a:lstStyle/>
          <a:p>
            <a:pPr algn="l">
              <a:lnSpc>
                <a:spcPts val="3900"/>
              </a:lnSpc>
              <a:spcBef>
                <a:spcPts val="0"/>
              </a:spcBef>
              <a:spcAft>
                <a:spcPts val="0"/>
              </a:spcAft>
              <a:defRPr sz="3400">
                <a:latin typeface="SF Pro Display"/>
              </a:defRPr>
            </a:pPr>
            <a:r>
              <a:rPr sz="3400" b="1" i="0">
                <a:solidFill>
                  <a:srgbClr val="3C3C3E"/>
                </a:solidFill>
                <a:latin typeface="SF Pro Display"/>
              </a:rPr>
              <a:t>Validation advances; pilot edits remain unmeasured</a:t>
            </a:r>
          </a:p>
        </p:txBody>
      </p:sp>
      <p:sp>
        <p:nvSpPr>
          <p:cNvPr id="3" name="eyebrow"/>
          <p:cNvSpPr txBox="1"/>
          <p:nvPr/>
        </p:nvSpPr>
        <p:spPr>
          <a:xfrm>
            <a:off x="571500" y="368300"/>
            <a:ext cx="11049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Report Slides skill | </a:t>
            </a:r>
            <a:r>
              <a:rPr sz="1000" b="0" i="0">
                <a:solidFill>
                  <a:srgbClr val="3C3C3E"/>
                </a:solidFill>
                <a:latin typeface="SF Pro Text"/>
              </a:rPr>
              <a:t>How and when</a:t>
            </a:r>
          </a:p>
        </p:txBody>
      </p:sp>
      <p:sp>
        <p:nvSpPr>
          <p:cNvPr id="4" name="section-card"/>
          <p:cNvSpPr/>
          <p:nvPr/>
        </p:nvSpPr>
        <p:spPr>
          <a:xfrm>
            <a:off x="571500" y="1587500"/>
            <a:ext cx="11049000" cy="4381500"/>
          </a:xfrm>
          <a:prstGeom prst="roundRect">
            <a:avLst>
              <a:gd name="adj" fmla="val 4637"/>
            </a:avLst>
          </a:prstGeom>
          <a:solidFill>
            <a:srgbClr val="FFFFFF"/>
          </a:solidFill>
          <a:ln>
            <a:noFill/>
          </a:ln>
          <a:effectLst/>
        </p:spPr>
        <p:txBody>
          <a:bodyPr rtlCol="0" anchor="ctr"/>
          <a:lstStyle/>
          <a:p>
            <a:pPr algn="ctr"/>
          </a:p>
        </p:txBody>
      </p:sp>
      <p:sp>
        <p:nvSpPr>
          <p:cNvPr id="5" name="section-heading"/>
          <p:cNvSpPr txBox="1"/>
          <p:nvPr/>
        </p:nvSpPr>
        <p:spPr>
          <a:xfrm>
            <a:off x="774700" y="1784350"/>
            <a:ext cx="5715000" cy="215900"/>
          </a:xfrm>
          <a:prstGeom prst="rect">
            <a:avLst/>
          </a:prstGeom>
          <a:noFill/>
        </p:spPr>
        <p:txBody>
          <a:bodyPr wrap="square" anchor="t" lIns="0" rIns="0" tIns="0" bIns="0">
            <a:noAutofit/>
          </a:bodyPr>
          <a:lstStyle/>
          <a:p>
            <a:pPr algn="l">
              <a:lnSpc>
                <a:spcPts val="1700"/>
              </a:lnSpc>
              <a:spcBef>
                <a:spcPts val="0"/>
              </a:spcBef>
              <a:spcAft>
                <a:spcPts val="0"/>
              </a:spcAft>
              <a:defRPr sz="1400">
                <a:latin typeface="SF Pro Text"/>
              </a:defRPr>
            </a:pPr>
            <a:r>
              <a:rPr sz="1400" b="1" i="0">
                <a:solidFill>
                  <a:srgbClr val="3C3C3E"/>
                </a:solidFill>
                <a:latin typeface="SF Pro Text"/>
              </a:rPr>
              <a:t>Results and remaining target</a:t>
            </a:r>
          </a:p>
        </p:txBody>
      </p:sp>
      <p:grpSp>
        <p:nvGrpSpPr>
          <p:cNvPr id="6" name="perspectives"/>
          <p:cNvGrpSpPr/>
          <p:nvPr/>
        </p:nvGrpSpPr>
        <p:grpSpPr>
          <a:xfrm>
            <a:off x="774700" y="2374900"/>
            <a:ext cx="9779499" cy="584200"/>
            <a:chOff x="774700" y="2374900"/>
            <a:chExt cx="9779499" cy="584200"/>
          </a:xfrm>
        </p:grpSpPr>
        <p:sp>
          <p:nvSpPr>
            <p:cNvPr id="7" name="perspectives · label"/>
            <p:cNvSpPr txBox="1"/>
            <p:nvPr/>
          </p:nvSpPr>
          <p:spPr>
            <a:xfrm>
              <a:off x="774700" y="2381250"/>
              <a:ext cx="29210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PERSPECTIVES VALIDATED</a:t>
              </a:r>
            </a:p>
          </p:txBody>
        </p:sp>
        <p:sp>
          <p:nvSpPr>
            <p:cNvPr id="8" name="perspectives · shape"/>
            <p:cNvSpPr/>
            <p:nvPr/>
          </p:nvSpPr>
          <p:spPr>
            <a:xfrm>
              <a:off x="4013200" y="2438400"/>
              <a:ext cx="4127500" cy="177800"/>
            </a:xfrm>
            <a:prstGeom prst="rect">
              <a:avLst/>
            </a:prstGeom>
            <a:solidFill>
              <a:srgbClr val="E6E6EB"/>
            </a:solidFill>
            <a:ln>
              <a:noFill/>
            </a:ln>
            <a:effectLst/>
          </p:spPr>
          <p:txBody>
            <a:bodyPr rtlCol="0" anchor="ctr"/>
            <a:lstStyle/>
            <a:p>
              <a:pPr algn="ctr"/>
            </a:p>
          </p:txBody>
        </p:sp>
        <p:sp>
          <p:nvSpPr>
            <p:cNvPr id="9" name="perspectives · shape"/>
            <p:cNvSpPr/>
            <p:nvPr/>
          </p:nvSpPr>
          <p:spPr>
            <a:xfrm>
              <a:off x="4013200" y="2438400"/>
              <a:ext cx="3302000" cy="177800"/>
            </a:xfrm>
            <a:prstGeom prst="rect">
              <a:avLst/>
            </a:prstGeom>
            <a:solidFill>
              <a:srgbClr val="0071E3"/>
            </a:solidFill>
            <a:ln>
              <a:noFill/>
            </a:ln>
            <a:effectLst/>
          </p:spPr>
          <p:txBody>
            <a:bodyPr rtlCol="0" anchor="ctr"/>
            <a:lstStyle/>
            <a:p>
              <a:pPr algn="ctr"/>
            </a:p>
          </p:txBody>
        </p:sp>
        <p:cxnSp>
          <p:nvCxnSpPr>
            <p:cNvPr id="10" name="perspectives · shape"/>
            <p:cNvCxnSpPr/>
            <p:nvPr/>
          </p:nvCxnSpPr>
          <p:spPr>
            <a:xfrm>
              <a:off x="8140700" y="2387600"/>
              <a:ext cx="0" cy="279400"/>
            </a:xfrm>
            <a:prstGeom prst="line">
              <a:avLst/>
            </a:prstGeom>
            <a:ln w="12700">
              <a:solidFill>
                <a:srgbClr val="3C3C3E"/>
              </a:solidFill>
              <a:prstDash val="solid"/>
            </a:ln>
            <a:effectLst/>
          </p:spPr>
        </p:cxnSp>
        <p:sp>
          <p:nvSpPr>
            <p:cNvPr id="11" name="perspectives · value"/>
            <p:cNvSpPr txBox="1"/>
            <p:nvPr/>
          </p:nvSpPr>
          <p:spPr>
            <a:xfrm>
              <a:off x="6680200" y="2654300"/>
              <a:ext cx="1270000" cy="304800"/>
            </a:xfrm>
            <a:prstGeom prst="rect">
              <a:avLst/>
            </a:prstGeom>
            <a:noFill/>
          </p:spPr>
          <p:txBody>
            <a:bodyPr wrap="square" anchor="t" lIns="0" rIns="0" tIns="0" bIns="0">
              <a:noAutofit/>
            </a:bodyPr>
            <a:lstStyle/>
            <a:p>
              <a:pPr algn="ctr">
                <a:lnSpc>
                  <a:spcPts val="2400"/>
                </a:lnSpc>
                <a:spcBef>
                  <a:spcPts val="0"/>
                </a:spcBef>
                <a:spcAft>
                  <a:spcPts val="0"/>
                </a:spcAft>
                <a:defRPr sz="1600">
                  <a:latin typeface="SF Pro Display"/>
                </a:defRPr>
              </a:pPr>
              <a:r>
                <a:rPr sz="1600" b="1" i="0">
                  <a:solidFill>
                    <a:srgbClr val="3C3C3E"/>
                  </a:solidFill>
                  <a:latin typeface="SF Pro Display"/>
                </a:rPr>
                <a:t>8 of 10</a:t>
              </a:r>
            </a:p>
          </p:txBody>
        </p:sp>
        <p:sp>
          <p:nvSpPr>
            <p:cNvPr id="12" name="perspectives · caption"/>
            <p:cNvSpPr txBox="1"/>
            <p:nvPr/>
          </p:nvSpPr>
          <p:spPr>
            <a:xfrm>
              <a:off x="8458200" y="2374900"/>
              <a:ext cx="1143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10 total</a:t>
              </a:r>
            </a:p>
          </p:txBody>
        </p:sp>
        <p:grpSp>
          <p:nvGrpSpPr>
            <p:cNvPr id="13" name="perspectives · status-pill"/>
            <p:cNvGrpSpPr/>
            <p:nvPr/>
          </p:nvGrpSpPr>
          <p:grpSpPr>
            <a:xfrm>
              <a:off x="9835153" y="2387600"/>
              <a:ext cx="719046" cy="215900"/>
              <a:chOff x="9835153" y="2387600"/>
              <a:chExt cx="719046" cy="215900"/>
            </a:xfrm>
          </p:grpSpPr>
          <p:sp>
            <p:nvSpPr>
              <p:cNvPr id="14" name="status-pill background"/>
              <p:cNvSpPr/>
              <p:nvPr/>
            </p:nvSpPr>
            <p:spPr>
              <a:xfrm>
                <a:off x="9835153" y="2387600"/>
                <a:ext cx="719046" cy="215900"/>
              </a:xfrm>
              <a:prstGeom prst="roundRect">
                <a:avLst>
                  <a:gd name="adj" fmla="val 50000"/>
                </a:avLst>
              </a:prstGeom>
              <a:solidFill>
                <a:srgbClr val="DDF8E3"/>
              </a:solidFill>
              <a:ln>
                <a:noFill/>
              </a:ln>
              <a:effectLst/>
            </p:spPr>
            <p:txBody>
              <a:bodyPr rtlCol="0" anchor="ctr"/>
              <a:lstStyle/>
              <a:p>
                <a:pPr algn="ctr"/>
              </a:p>
            </p:txBody>
          </p:sp>
          <p:sp>
            <p:nvSpPr>
              <p:cNvPr id="15" name="status-pill text"/>
              <p:cNvSpPr txBox="1"/>
              <p:nvPr/>
            </p:nvSpPr>
            <p:spPr>
              <a:xfrm>
                <a:off x="9835153" y="2387600"/>
                <a:ext cx="719046" cy="215900"/>
              </a:xfrm>
              <a:prstGeom prst="rect">
                <a:avLst/>
              </a:prstGeom>
              <a:noFill/>
            </p:spPr>
            <p:txBody>
              <a:bodyPr wrap="none" anchor="t" lIns="88900" rIns="88900" tIns="12700" bIns="31750">
                <a:noAutofit/>
              </a:bodyPr>
              <a:lstStyle/>
              <a:p>
                <a:pPr algn="ctr">
                  <a:lnSpc>
                    <a:spcPts val="1200"/>
                  </a:lnSpc>
                  <a:spcBef>
                    <a:spcPts val="0"/>
                  </a:spcBef>
                  <a:spcAft>
                    <a:spcPts val="0"/>
                  </a:spcAft>
                  <a:defRPr sz="900">
                    <a:latin typeface="SF Pro Text"/>
                  </a:defRPr>
                </a:pPr>
                <a:r>
                  <a:rPr sz="900" b="0" i="0">
                    <a:solidFill>
                      <a:srgbClr val="006B1B"/>
                    </a:solidFill>
                    <a:latin typeface="SF Pro Text"/>
                  </a:rPr>
                  <a:t>Validated</a:t>
                </a:r>
              </a:p>
            </p:txBody>
          </p:sp>
        </p:grpSp>
      </p:grpSp>
      <p:grpSp>
        <p:nvGrpSpPr>
          <p:cNvPr id="16" name="glass judged real"/>
          <p:cNvGrpSpPr/>
          <p:nvPr/>
        </p:nvGrpSpPr>
        <p:grpSpPr>
          <a:xfrm>
            <a:off x="774700" y="3327400"/>
            <a:ext cx="9559925" cy="584200"/>
            <a:chOff x="774700" y="3327400"/>
            <a:chExt cx="9559925" cy="584200"/>
          </a:xfrm>
        </p:grpSpPr>
        <p:sp>
          <p:nvSpPr>
            <p:cNvPr id="17" name="glass judged real · label"/>
            <p:cNvSpPr txBox="1"/>
            <p:nvPr/>
          </p:nvSpPr>
          <p:spPr>
            <a:xfrm>
              <a:off x="774700" y="3333750"/>
              <a:ext cx="29210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GLASS JUDGED REAL</a:t>
              </a:r>
            </a:p>
          </p:txBody>
        </p:sp>
        <p:sp>
          <p:nvSpPr>
            <p:cNvPr id="18" name="glass judged real · shape"/>
            <p:cNvSpPr/>
            <p:nvPr/>
          </p:nvSpPr>
          <p:spPr>
            <a:xfrm>
              <a:off x="4013200" y="3390900"/>
              <a:ext cx="4127500" cy="177800"/>
            </a:xfrm>
            <a:prstGeom prst="rect">
              <a:avLst/>
            </a:prstGeom>
            <a:solidFill>
              <a:srgbClr val="E6E6EB"/>
            </a:solidFill>
            <a:ln>
              <a:noFill/>
            </a:ln>
            <a:effectLst/>
          </p:spPr>
          <p:txBody>
            <a:bodyPr rtlCol="0" anchor="ctr"/>
            <a:lstStyle/>
            <a:p>
              <a:pPr algn="ctr"/>
            </a:p>
          </p:txBody>
        </p:sp>
        <p:sp>
          <p:nvSpPr>
            <p:cNvPr id="19" name="glass judged real · shape"/>
            <p:cNvSpPr/>
            <p:nvPr/>
          </p:nvSpPr>
          <p:spPr>
            <a:xfrm>
              <a:off x="4013200" y="3390900"/>
              <a:ext cx="4127500" cy="177800"/>
            </a:xfrm>
            <a:prstGeom prst="rect">
              <a:avLst/>
            </a:prstGeom>
            <a:solidFill>
              <a:srgbClr val="3C3C3E"/>
            </a:solidFill>
            <a:ln>
              <a:noFill/>
            </a:ln>
            <a:effectLst/>
          </p:spPr>
          <p:txBody>
            <a:bodyPr rtlCol="0" anchor="ctr"/>
            <a:lstStyle/>
            <a:p>
              <a:pPr algn="ctr"/>
            </a:p>
          </p:txBody>
        </p:sp>
        <p:cxnSp>
          <p:nvCxnSpPr>
            <p:cNvPr id="20" name="glass judged real · shape"/>
            <p:cNvCxnSpPr/>
            <p:nvPr/>
          </p:nvCxnSpPr>
          <p:spPr>
            <a:xfrm>
              <a:off x="8140700" y="3340100"/>
              <a:ext cx="0" cy="279400"/>
            </a:xfrm>
            <a:prstGeom prst="line">
              <a:avLst/>
            </a:prstGeom>
            <a:ln w="12700">
              <a:solidFill>
                <a:srgbClr val="3C3C3E"/>
              </a:solidFill>
              <a:prstDash val="solid"/>
            </a:ln>
            <a:effectLst/>
          </p:spPr>
        </p:cxnSp>
        <p:sp>
          <p:nvSpPr>
            <p:cNvPr id="21" name="glass judged real · value"/>
            <p:cNvSpPr txBox="1"/>
            <p:nvPr/>
          </p:nvSpPr>
          <p:spPr>
            <a:xfrm>
              <a:off x="7505700" y="3606800"/>
              <a:ext cx="1270000" cy="304800"/>
            </a:xfrm>
            <a:prstGeom prst="rect">
              <a:avLst/>
            </a:prstGeom>
            <a:noFill/>
          </p:spPr>
          <p:txBody>
            <a:bodyPr wrap="none" anchor="t" lIns="0" rIns="0" tIns="0" bIns="0">
              <a:noAutofit/>
            </a:bodyPr>
            <a:lstStyle/>
            <a:p>
              <a:pPr algn="ctr">
                <a:lnSpc>
                  <a:spcPts val="2400"/>
                </a:lnSpc>
                <a:spcBef>
                  <a:spcPts val="0"/>
                </a:spcBef>
                <a:spcAft>
                  <a:spcPts val="0"/>
                </a:spcAft>
                <a:defRPr sz="1600">
                  <a:latin typeface="SF Pro Display"/>
                </a:defRPr>
              </a:pPr>
              <a:r>
                <a:rPr sz="1600" b="1" i="0">
                  <a:solidFill>
                    <a:srgbClr val="3C3C3E"/>
                  </a:solidFill>
                  <a:latin typeface="SF Pro Display"/>
                </a:rPr>
                <a:t>8/8</a:t>
              </a:r>
            </a:p>
          </p:txBody>
        </p:sp>
        <p:sp>
          <p:nvSpPr>
            <p:cNvPr id="22" name="glass judged real · caption"/>
            <p:cNvSpPr txBox="1"/>
            <p:nvPr/>
          </p:nvSpPr>
          <p:spPr>
            <a:xfrm>
              <a:off x="8458200" y="3327400"/>
              <a:ext cx="1143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8 boxes</a:t>
              </a:r>
            </a:p>
          </p:txBody>
        </p:sp>
        <p:grpSp>
          <p:nvGrpSpPr>
            <p:cNvPr id="23" name="glass judged real · status-pill"/>
            <p:cNvGrpSpPr/>
            <p:nvPr/>
          </p:nvGrpSpPr>
          <p:grpSpPr>
            <a:xfrm>
              <a:off x="9836150" y="3340100"/>
              <a:ext cx="498475" cy="215900"/>
              <a:chOff x="9836150" y="3340100"/>
              <a:chExt cx="498475" cy="215900"/>
            </a:xfrm>
          </p:grpSpPr>
          <p:sp>
            <p:nvSpPr>
              <p:cNvPr id="24" name="status-pill background"/>
              <p:cNvSpPr/>
              <p:nvPr/>
            </p:nvSpPr>
            <p:spPr>
              <a:xfrm>
                <a:off x="9836150" y="3340100"/>
                <a:ext cx="498475" cy="215900"/>
              </a:xfrm>
              <a:prstGeom prst="roundRect">
                <a:avLst>
                  <a:gd name="adj" fmla="val 50000"/>
                </a:avLst>
              </a:prstGeom>
              <a:solidFill>
                <a:srgbClr val="DDF8E3"/>
              </a:solidFill>
              <a:ln>
                <a:noFill/>
              </a:ln>
              <a:effectLst/>
            </p:spPr>
            <p:txBody>
              <a:bodyPr rtlCol="0" anchor="ctr"/>
              <a:lstStyle/>
              <a:p>
                <a:pPr algn="ctr"/>
              </a:p>
            </p:txBody>
          </p:sp>
          <p:sp>
            <p:nvSpPr>
              <p:cNvPr id="25" name="status-pill text"/>
              <p:cNvSpPr txBox="1"/>
              <p:nvPr/>
            </p:nvSpPr>
            <p:spPr>
              <a:xfrm>
                <a:off x="9836150" y="3340100"/>
                <a:ext cx="498475" cy="215900"/>
              </a:xfrm>
              <a:prstGeom prst="rect">
                <a:avLst/>
              </a:prstGeom>
              <a:noFill/>
            </p:spPr>
            <p:txBody>
              <a:bodyPr wrap="none" anchor="t" lIns="88900" rIns="88900" tIns="12700" bIns="31750">
                <a:noAutofit/>
              </a:bodyPr>
              <a:lstStyle/>
              <a:p>
                <a:pPr algn="ctr">
                  <a:lnSpc>
                    <a:spcPts val="1200"/>
                  </a:lnSpc>
                  <a:spcBef>
                    <a:spcPts val="0"/>
                  </a:spcBef>
                  <a:spcAft>
                    <a:spcPts val="0"/>
                  </a:spcAft>
                  <a:defRPr sz="900">
                    <a:latin typeface="SF Pro Text"/>
                  </a:defRPr>
                </a:pPr>
                <a:r>
                  <a:rPr sz="900" b="0" i="0">
                    <a:solidFill>
                      <a:srgbClr val="006B1B"/>
                    </a:solidFill>
                    <a:latin typeface="SF Pro Text"/>
                  </a:rPr>
                  <a:t>Done</a:t>
                </a:r>
              </a:p>
            </p:txBody>
          </p:sp>
        </p:grpSp>
      </p:grpSp>
      <p:grpSp>
        <p:nvGrpSpPr>
          <p:cNvPr id="26" name="decoys rejected"/>
          <p:cNvGrpSpPr/>
          <p:nvPr/>
        </p:nvGrpSpPr>
        <p:grpSpPr>
          <a:xfrm>
            <a:off x="774700" y="4279900"/>
            <a:ext cx="9842500" cy="584200"/>
            <a:chOff x="774700" y="4279900"/>
            <a:chExt cx="9842500" cy="584200"/>
          </a:xfrm>
        </p:grpSpPr>
        <p:sp>
          <p:nvSpPr>
            <p:cNvPr id="27" name="decoys rejected · label"/>
            <p:cNvSpPr txBox="1"/>
            <p:nvPr/>
          </p:nvSpPr>
          <p:spPr>
            <a:xfrm>
              <a:off x="774700" y="4286250"/>
              <a:ext cx="29210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DECOYS REJECTED</a:t>
              </a:r>
            </a:p>
          </p:txBody>
        </p:sp>
        <p:sp>
          <p:nvSpPr>
            <p:cNvPr id="28" name="decoys rejected · shape"/>
            <p:cNvSpPr/>
            <p:nvPr/>
          </p:nvSpPr>
          <p:spPr>
            <a:xfrm>
              <a:off x="4013200" y="4343400"/>
              <a:ext cx="4127500" cy="177800"/>
            </a:xfrm>
            <a:prstGeom prst="rect">
              <a:avLst/>
            </a:prstGeom>
            <a:solidFill>
              <a:srgbClr val="E6E6EB"/>
            </a:solidFill>
            <a:ln>
              <a:noFill/>
            </a:ln>
            <a:effectLst/>
          </p:spPr>
          <p:txBody>
            <a:bodyPr rtlCol="0" anchor="ctr"/>
            <a:lstStyle/>
            <a:p>
              <a:pPr algn="ctr"/>
            </a:p>
          </p:txBody>
        </p:sp>
        <p:sp>
          <p:nvSpPr>
            <p:cNvPr id="29" name="decoys rejected · shape"/>
            <p:cNvSpPr/>
            <p:nvPr/>
          </p:nvSpPr>
          <p:spPr>
            <a:xfrm>
              <a:off x="4013200" y="4343400"/>
              <a:ext cx="4127500" cy="177800"/>
            </a:xfrm>
            <a:prstGeom prst="rect">
              <a:avLst/>
            </a:prstGeom>
            <a:solidFill>
              <a:srgbClr val="3C3C3E"/>
            </a:solidFill>
            <a:ln>
              <a:noFill/>
            </a:ln>
            <a:effectLst/>
          </p:spPr>
          <p:txBody>
            <a:bodyPr rtlCol="0" anchor="ctr"/>
            <a:lstStyle/>
            <a:p>
              <a:pPr algn="ctr"/>
            </a:p>
          </p:txBody>
        </p:sp>
        <p:cxnSp>
          <p:nvCxnSpPr>
            <p:cNvPr id="30" name="decoys rejected · shape"/>
            <p:cNvCxnSpPr/>
            <p:nvPr/>
          </p:nvCxnSpPr>
          <p:spPr>
            <a:xfrm>
              <a:off x="8140700" y="4292600"/>
              <a:ext cx="0" cy="279400"/>
            </a:xfrm>
            <a:prstGeom prst="line">
              <a:avLst/>
            </a:prstGeom>
            <a:ln w="12700">
              <a:solidFill>
                <a:srgbClr val="3C3C3E"/>
              </a:solidFill>
              <a:prstDash val="solid"/>
            </a:ln>
            <a:effectLst/>
          </p:spPr>
        </p:cxnSp>
        <p:sp>
          <p:nvSpPr>
            <p:cNvPr id="31" name="decoys rejected · value"/>
            <p:cNvSpPr txBox="1"/>
            <p:nvPr/>
          </p:nvSpPr>
          <p:spPr>
            <a:xfrm>
              <a:off x="7505700" y="4559300"/>
              <a:ext cx="1270000" cy="304800"/>
            </a:xfrm>
            <a:prstGeom prst="rect">
              <a:avLst/>
            </a:prstGeom>
            <a:noFill/>
          </p:spPr>
          <p:txBody>
            <a:bodyPr wrap="none" anchor="t" lIns="0" rIns="0" tIns="0" bIns="0">
              <a:noAutofit/>
            </a:bodyPr>
            <a:lstStyle/>
            <a:p>
              <a:pPr algn="ctr">
                <a:lnSpc>
                  <a:spcPts val="2400"/>
                </a:lnSpc>
                <a:spcBef>
                  <a:spcPts val="0"/>
                </a:spcBef>
                <a:spcAft>
                  <a:spcPts val="0"/>
                </a:spcAft>
                <a:defRPr sz="1600">
                  <a:latin typeface="SF Pro Display"/>
                </a:defRPr>
              </a:pPr>
              <a:r>
                <a:rPr sz="1600" b="1" i="0">
                  <a:solidFill>
                    <a:srgbClr val="3C3C3E"/>
                  </a:solidFill>
                  <a:latin typeface="SF Pro Display"/>
                </a:rPr>
                <a:t>12/12</a:t>
              </a:r>
            </a:p>
          </p:txBody>
        </p:sp>
        <p:sp>
          <p:nvSpPr>
            <p:cNvPr id="32" name="decoys rejected · caption"/>
            <p:cNvSpPr txBox="1"/>
            <p:nvPr/>
          </p:nvSpPr>
          <p:spPr>
            <a:xfrm>
              <a:off x="8458200" y="4279900"/>
              <a:ext cx="1143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12 decoys</a:t>
              </a:r>
            </a:p>
          </p:txBody>
        </p:sp>
        <p:sp>
          <p:nvSpPr>
            <p:cNvPr id="33" name="decoys rejected · text"/>
            <p:cNvSpPr txBox="1"/>
            <p:nvPr/>
          </p:nvSpPr>
          <p:spPr>
            <a:xfrm>
              <a:off x="9982200" y="4286250"/>
              <a:ext cx="635000" cy="177800"/>
            </a:xfrm>
            <a:prstGeom prst="rect">
              <a:avLst/>
            </a:prstGeom>
            <a:noFill/>
          </p:spPr>
          <p:txBody>
            <a:bodyPr wrap="non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a:t>
              </a:r>
            </a:p>
          </p:txBody>
        </p:sp>
      </p:grpSp>
      <p:grpSp>
        <p:nvGrpSpPr>
          <p:cNvPr id="34" name="pilot target"/>
          <p:cNvGrpSpPr/>
          <p:nvPr/>
        </p:nvGrpSpPr>
        <p:grpSpPr>
          <a:xfrm>
            <a:off x="774700" y="5232400"/>
            <a:ext cx="9526785" cy="304800"/>
            <a:chOff x="774700" y="5232400"/>
            <a:chExt cx="9526785" cy="304800"/>
          </a:xfrm>
        </p:grpSpPr>
        <p:sp>
          <p:nvSpPr>
            <p:cNvPr id="35" name="pilot target · label"/>
            <p:cNvSpPr txBox="1"/>
            <p:nvPr/>
          </p:nvSpPr>
          <p:spPr>
            <a:xfrm>
              <a:off x="774700" y="5238750"/>
              <a:ext cx="29210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PILOT EDITS</a:t>
              </a:r>
            </a:p>
          </p:txBody>
        </p:sp>
        <p:sp>
          <p:nvSpPr>
            <p:cNvPr id="36" name="pilot target · value"/>
            <p:cNvSpPr txBox="1"/>
            <p:nvPr/>
          </p:nvSpPr>
          <p:spPr>
            <a:xfrm>
              <a:off x="4013200" y="5232400"/>
              <a:ext cx="1778000" cy="304800"/>
            </a:xfrm>
            <a:prstGeom prst="rect">
              <a:avLst/>
            </a:prstGeom>
            <a:noFill/>
          </p:spPr>
          <p:txBody>
            <a:bodyPr wrap="none" anchor="t" lIns="0" rIns="0" tIns="0" bIns="0">
              <a:noAutofit/>
            </a:bodyPr>
            <a:lstStyle/>
            <a:p>
              <a:pPr algn="l">
                <a:lnSpc>
                  <a:spcPts val="2400"/>
                </a:lnSpc>
                <a:spcBef>
                  <a:spcPts val="0"/>
                </a:spcBef>
                <a:spcAft>
                  <a:spcPts val="0"/>
                </a:spcAft>
                <a:defRPr sz="2000">
                  <a:latin typeface="SF Pro Display"/>
                </a:defRPr>
              </a:pPr>
              <a:r>
                <a:rPr sz="2000" b="1" i="0">
                  <a:solidFill>
                    <a:srgbClr val="3C3C3E"/>
                  </a:solidFill>
                  <a:latin typeface="SF Pro Display"/>
                </a:rPr>
                <a:t>—</a:t>
              </a:r>
            </a:p>
          </p:txBody>
        </p:sp>
        <p:sp>
          <p:nvSpPr>
            <p:cNvPr id="37" name="pilot target · caption"/>
            <p:cNvSpPr txBox="1"/>
            <p:nvPr/>
          </p:nvSpPr>
          <p:spPr>
            <a:xfrm>
              <a:off x="5854700" y="5308600"/>
              <a:ext cx="2032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current unmeasured</a:t>
              </a:r>
            </a:p>
          </p:txBody>
        </p:sp>
        <p:sp>
          <p:nvSpPr>
            <p:cNvPr id="38" name="pilot target · caption"/>
            <p:cNvSpPr txBox="1"/>
            <p:nvPr/>
          </p:nvSpPr>
          <p:spPr>
            <a:xfrm>
              <a:off x="8458200" y="5232400"/>
              <a:ext cx="13335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≤15 min target</a:t>
              </a:r>
            </a:p>
          </p:txBody>
        </p:sp>
        <p:grpSp>
          <p:nvGrpSpPr>
            <p:cNvPr id="39" name="pilot target · status-pill"/>
            <p:cNvGrpSpPr/>
            <p:nvPr/>
          </p:nvGrpSpPr>
          <p:grpSpPr>
            <a:xfrm>
              <a:off x="9836150" y="5245100"/>
              <a:ext cx="465335" cy="215900"/>
              <a:chOff x="9836150" y="5245100"/>
              <a:chExt cx="465335" cy="215900"/>
            </a:xfrm>
          </p:grpSpPr>
          <p:sp>
            <p:nvSpPr>
              <p:cNvPr id="40" name="status-pill background"/>
              <p:cNvSpPr/>
              <p:nvPr/>
            </p:nvSpPr>
            <p:spPr>
              <a:xfrm>
                <a:off x="9836150" y="5245100"/>
                <a:ext cx="465335" cy="215900"/>
              </a:xfrm>
              <a:prstGeom prst="roundRect">
                <a:avLst>
                  <a:gd name="adj" fmla="val 50000"/>
                </a:avLst>
              </a:prstGeom>
              <a:solidFill>
                <a:srgbClr val="D2D2D7"/>
              </a:solidFill>
              <a:ln>
                <a:noFill/>
              </a:ln>
              <a:effectLst/>
            </p:spPr>
            <p:txBody>
              <a:bodyPr rtlCol="0" anchor="ctr"/>
              <a:lstStyle/>
              <a:p>
                <a:pPr algn="ctr"/>
              </a:p>
            </p:txBody>
          </p:sp>
          <p:sp>
            <p:nvSpPr>
              <p:cNvPr id="41" name="status-pill text"/>
              <p:cNvSpPr txBox="1"/>
              <p:nvPr/>
            </p:nvSpPr>
            <p:spPr>
              <a:xfrm>
                <a:off x="9836150" y="5245100"/>
                <a:ext cx="465335" cy="215900"/>
              </a:xfrm>
              <a:prstGeom prst="rect">
                <a:avLst/>
              </a:prstGeom>
              <a:noFill/>
            </p:spPr>
            <p:txBody>
              <a:bodyPr wrap="none" anchor="t" lIns="88900" rIns="88900" tIns="12700" bIns="31750">
                <a:noAutofit/>
              </a:bodyPr>
              <a:lstStyle/>
              <a:p>
                <a:pPr algn="ctr">
                  <a:lnSpc>
                    <a:spcPts val="1200"/>
                  </a:lnSpc>
                  <a:spcBef>
                    <a:spcPts val="0"/>
                  </a:spcBef>
                  <a:spcAft>
                    <a:spcPts val="0"/>
                  </a:spcAft>
                  <a:defRPr sz="900">
                    <a:latin typeface="SF Pro Text"/>
                  </a:defRPr>
                </a:pPr>
                <a:r>
                  <a:rPr sz="900" b="0" i="0">
                    <a:solidFill>
                      <a:srgbClr val="3C3C3E"/>
                    </a:solidFill>
                    <a:latin typeface="SF Pro Text"/>
                  </a:rPr>
                  <a:t>Next</a:t>
                </a:r>
              </a:p>
            </p:txBody>
          </p:sp>
        </p:grpSp>
      </p:grpSp>
      <p:sp>
        <p:nvSpPr>
          <p:cNvPr id="42" name="footer footer-source"/>
          <p:cNvSpPr txBox="1"/>
          <p:nvPr/>
        </p:nvSpPr>
        <p:spPr>
          <a:xfrm>
            <a:off x="571500" y="6483350"/>
            <a:ext cx="8445500" cy="1651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0" i="0">
                <a:solidFill>
                  <a:srgbClr val="6E6E73"/>
                </a:solidFill>
                <a:latin typeface="SF Pro Text"/>
              </a:rPr>
              <a:t>Source: Report Slides skill · approved catalogue input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multi-year-table · default">
    <p:bg>
      <p:bgPr>
        <a:solidFill>
          <a:srgbClr val="F3F2F5"/>
        </a:solidFill>
        <a:effectLst/>
      </p:bgPr>
    </p:bg>
    <p:spTree>
      <p:nvGrpSpPr>
        <p:cNvPr id="1" name=""/>
        <p:cNvGrpSpPr/>
        <p:nvPr/>
      </p:nvGrpSpPr>
      <p:grpSpPr/>
      <p:sp>
        <p:nvSpPr>
          <p:cNvPr id="2" name="headline"/>
          <p:cNvSpPr>
            <a:spLocks noGrp="1"/>
          </p:cNvSpPr>
          <p:nvPr>
            <p:ph type="title"/>
          </p:nvPr>
        </p:nvSpPr>
        <p:spPr>
          <a:xfrm>
            <a:off x="571500" y="679450"/>
            <a:ext cx="11049000" cy="520700"/>
          </a:xfrm>
        </p:spPr>
        <p:txBody>
          <a:bodyPr wrap="square" anchor="t" lIns="0" rIns="0" tIns="0" bIns="0">
            <a:noAutofit/>
          </a:bodyPr>
          <a:lstStyle/>
          <a:p>
            <a:pPr algn="l">
              <a:lnSpc>
                <a:spcPts val="3900"/>
              </a:lnSpc>
              <a:spcBef>
                <a:spcPts val="0"/>
              </a:spcBef>
              <a:spcAft>
                <a:spcPts val="0"/>
              </a:spcAft>
              <a:defRPr sz="3400">
                <a:latin typeface="SF Pro Display"/>
              </a:defRPr>
            </a:pPr>
            <a:r>
              <a:rPr sz="3400" b="1" i="0">
                <a:solidFill>
                  <a:srgbClr val="3C3C3E"/>
                </a:solidFill>
                <a:latin typeface="SF Pro Display"/>
              </a:rPr>
              <a:t>R10 met the limits with one exception</a:t>
            </a:r>
          </a:p>
        </p:txBody>
      </p:sp>
      <p:sp>
        <p:nvSpPr>
          <p:cNvPr id="3" name="eyebrow"/>
          <p:cNvSpPr txBox="1"/>
          <p:nvPr/>
        </p:nvSpPr>
        <p:spPr>
          <a:xfrm>
            <a:off x="571500" y="368300"/>
            <a:ext cx="11049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Report Slides skill | </a:t>
            </a:r>
            <a:r>
              <a:rPr sz="1000" b="0" i="0">
                <a:solidFill>
                  <a:srgbClr val="3C3C3E"/>
                </a:solidFill>
                <a:latin typeface="SF Pro Text"/>
              </a:rPr>
              <a:t>How and when</a:t>
            </a:r>
          </a:p>
        </p:txBody>
      </p:sp>
      <p:sp>
        <p:nvSpPr>
          <p:cNvPr id="4" name="subtitle"/>
          <p:cNvSpPr txBox="1"/>
          <p:nvPr/>
        </p:nvSpPr>
        <p:spPr>
          <a:xfrm>
            <a:off x="571500" y="1270000"/>
            <a:ext cx="11049000" cy="241300"/>
          </a:xfrm>
          <a:prstGeom prst="rect">
            <a:avLst/>
          </a:prstGeom>
          <a:noFill/>
        </p:spPr>
        <p:txBody>
          <a:bodyPr wrap="square" anchor="t" lIns="0" rIns="0" tIns="0" bIns="0">
            <a:noAutofit/>
          </a:bodyPr>
          <a:lstStyle/>
          <a:p>
            <a:pPr algn="l">
              <a:lnSpc>
                <a:spcPts val="1700"/>
              </a:lnSpc>
              <a:spcBef>
                <a:spcPts val="0"/>
              </a:spcBef>
              <a:spcAft>
                <a:spcPts val="0"/>
              </a:spcAft>
              <a:defRPr sz="1300">
                <a:latin typeface="SF Pro Text"/>
              </a:defRPr>
            </a:pPr>
            <a:r>
              <a:rPr sz="1300" b="0" i="0">
                <a:solidFill>
                  <a:srgbClr val="3C3C3E"/>
                </a:solidFill>
                <a:latin typeface="SF Pro Text"/>
              </a:rPr>
              <a:t>R10 source measurements · before the word-count correction</a:t>
            </a:r>
          </a:p>
        </p:txBody>
      </p:sp>
      <p:graphicFrame>
        <p:nvGraphicFramePr>
          <p:cNvPr id="5" name="report-table"/>
          <p:cNvGraphicFramePr>
            <a:graphicFrameLocks noGrp="1"/>
          </p:cNvGraphicFramePr>
          <p:nvPr/>
        </p:nvGraphicFramePr>
        <p:xfrm>
          <a:off x="571500" y="2730500"/>
          <a:ext cx="8001000" cy="1930400"/>
        </p:xfrm>
        <a:graphic>
          <a:graphicData uri="http://schemas.openxmlformats.org/drawingml/2006/table">
            <a:tbl>
              <a:tblPr firstRow="1">
                <a:tableStyleId>{5C22544A-7EE6-4342-B048-85BDC9FD1C3A}</a:tableStyleId>
              </a:tblPr>
              <a:tblGrid>
                <a:gridCol w="2476500"/>
                <a:gridCol w="1384300"/>
                <a:gridCol w="1384300"/>
                <a:gridCol w="1384300"/>
                <a:gridCol w="1371600"/>
              </a:tblGrid>
              <a:tr h="384175">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6E6E73"/>
                          </a:solidFill>
                          <a:latin typeface="SF Pro Text"/>
                        </a:rPr>
                        <a:t>Measure</a:t>
                      </a:r>
                    </a:p>
                  </a:txBody>
                  <a:tcPr marT="82550" marR="139700" marB="101600" marL="139700" anchor="t">
                    <a:lnL w="0">
                      <a:noFill/>
                    </a:lnL>
                    <a:lnR w="0">
                      <a:noFill/>
                    </a:lnR>
                    <a:lnT w="0">
                      <a:noFill/>
                    </a:lnT>
                    <a:lnB w="6350">
                      <a:solidFill>
                        <a:srgbClr val="D2D2D7"/>
                      </a:solidFill>
                      <a:prstDash val="solid"/>
                    </a:lnB>
                    <a:solidFill>
                      <a:srgbClr val="F3F2F5"/>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6E6E73"/>
                          </a:solidFill>
                          <a:latin typeface="SF Pro Text"/>
                        </a:rPr>
                        <a:t>R10 S1</a:t>
                      </a:r>
                    </a:p>
                  </a:txBody>
                  <a:tcPr marT="82550" marR="139700" marB="101600" marL="139700" anchor="t">
                    <a:lnL w="0">
                      <a:noFill/>
                    </a:lnL>
                    <a:lnR w="0">
                      <a:noFill/>
                    </a:lnR>
                    <a:lnT w="0">
                      <a:noFill/>
                    </a:lnT>
                    <a:lnB w="6350">
                      <a:solidFill>
                        <a:srgbClr val="D2D2D7"/>
                      </a:solidFill>
                      <a:prstDash val="solid"/>
                    </a:lnB>
                    <a:solidFill>
                      <a:srgbClr val="F3F2F5"/>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6E6E73"/>
                          </a:solidFill>
                          <a:latin typeface="SF Pro Text"/>
                        </a:rPr>
                        <a:t>R10 S2</a:t>
                      </a:r>
                    </a:p>
                  </a:txBody>
                  <a:tcPr marT="82550" marR="139700" marB="101600" marL="139700" anchor="t">
                    <a:lnL w="0">
                      <a:noFill/>
                    </a:lnL>
                    <a:lnR w="0">
                      <a:noFill/>
                    </a:lnR>
                    <a:lnT w="0">
                      <a:noFill/>
                    </a:lnT>
                    <a:lnB w="6350">
                      <a:solidFill>
                        <a:srgbClr val="D2D2D7"/>
                      </a:solidFill>
                      <a:prstDash val="solid"/>
                    </a:lnB>
                    <a:solidFill>
                      <a:srgbClr val="F3F2F5"/>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6E6E73"/>
                          </a:solidFill>
                          <a:latin typeface="SF Pro Text"/>
                        </a:rPr>
                        <a:t>R10 S3</a:t>
                      </a:r>
                    </a:p>
                  </a:txBody>
                  <a:tcPr marT="82550" marR="139700" marB="101600" marL="139700" anchor="t">
                    <a:lnL w="0">
                      <a:noFill/>
                    </a:lnL>
                    <a:lnR w="0">
                      <a:noFill/>
                    </a:lnR>
                    <a:lnT w="0">
                      <a:noFill/>
                    </a:lnT>
                    <a:lnB w="6350">
                      <a:solidFill>
                        <a:srgbClr val="D2D2D7"/>
                      </a:solidFill>
                      <a:prstDash val="solid"/>
                    </a:lnB>
                    <a:solidFill>
                      <a:srgbClr val="F3F2F5"/>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6E6E73"/>
                          </a:solidFill>
                          <a:latin typeface="SF Pro Text"/>
                        </a:rPr>
                        <a:t>Limit</a:t>
                      </a:r>
                    </a:p>
                  </a:txBody>
                  <a:tcPr marT="82550" marR="139700" marB="101600" marL="139700" anchor="t">
                    <a:lnL w="0">
                      <a:noFill/>
                    </a:lnL>
                    <a:lnR w="0">
                      <a:noFill/>
                    </a:lnR>
                    <a:lnT w="0">
                      <a:noFill/>
                    </a:lnT>
                    <a:lnB w="6350">
                      <a:solidFill>
                        <a:srgbClr val="D2D2D7"/>
                      </a:solidFill>
                      <a:prstDash val="solid"/>
                    </a:lnB>
                    <a:solidFill>
                      <a:srgbClr val="F3F2F5"/>
                    </a:solidFill>
                  </a:tcPr>
                </a:tc>
              </a:tr>
              <a:tr h="387350">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Counted words</a:t>
                      </a:r>
                    </a:p>
                  </a:txBody>
                  <a:tcPr marT="82550"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77</a:t>
                      </a:r>
                    </a:p>
                  </a:txBody>
                  <a:tcPr marT="82550"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89</a:t>
                      </a:r>
                    </a:p>
                  </a:txBody>
                  <a:tcPr marT="82550"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90</a:t>
                      </a:r>
                    </a:p>
                  </a:txBody>
                  <a:tcPr marT="82550"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≤90</a:t>
                      </a:r>
                    </a:p>
                  </a:txBody>
                  <a:tcPr marT="82550" marR="139700" marB="101600" marL="139700" anchor="t">
                    <a:lnL w="0">
                      <a:noFill/>
                    </a:lnL>
                    <a:lnR w="0">
                      <a:noFill/>
                    </a:lnR>
                    <a:lnT w="0">
                      <a:noFill/>
                    </a:lnT>
                    <a:lnB w="6350">
                      <a:solidFill>
                        <a:srgbClr val="D2D2D7"/>
                      </a:solidFill>
                      <a:prstDash val="solid"/>
                    </a:lnB>
                    <a:solidFill>
                      <a:srgbClr val="FFFFFF"/>
                    </a:solidFill>
                  </a:tcPr>
                </a:tc>
              </a:tr>
              <a:tr h="387350">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Labelled values</a:t>
                      </a:r>
                    </a:p>
                  </a:txBody>
                  <a:tcPr marT="82550"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7</a:t>
                      </a:r>
                    </a:p>
                  </a:txBody>
                  <a:tcPr marT="82550"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18</a:t>
                      </a:r>
                    </a:p>
                  </a:txBody>
                  <a:tcPr marT="82550"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13</a:t>
                      </a:r>
                    </a:p>
                  </a:txBody>
                  <a:tcPr marT="82550"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≥10</a:t>
                      </a:r>
                    </a:p>
                  </a:txBody>
                  <a:tcPr marT="82550" marR="139700" marB="101600" marL="139700" anchor="t">
                    <a:lnL w="0">
                      <a:noFill/>
                    </a:lnL>
                    <a:lnR w="0">
                      <a:noFill/>
                    </a:lnR>
                    <a:lnT w="0">
                      <a:noFill/>
                    </a:lnT>
                    <a:lnB w="6350">
                      <a:solidFill>
                        <a:srgbClr val="D2D2D7"/>
                      </a:solidFill>
                      <a:prstDash val="solid"/>
                    </a:lnB>
                    <a:solidFill>
                      <a:srgbClr val="FFFFFF"/>
                    </a:solidFill>
                  </a:tcPr>
                </a:tc>
              </a:tr>
              <a:tr h="387350">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Notes words</a:t>
                      </a:r>
                    </a:p>
                  </a:txBody>
                  <a:tcPr marT="82550"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108</a:t>
                      </a:r>
                    </a:p>
                  </a:txBody>
                  <a:tcPr marT="82550"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113</a:t>
                      </a:r>
                    </a:p>
                  </a:txBody>
                  <a:tcPr marT="82550"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115</a:t>
                      </a:r>
                    </a:p>
                  </a:txBody>
                  <a:tcPr marT="82550"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≤150</a:t>
                      </a:r>
                    </a:p>
                  </a:txBody>
                  <a:tcPr marT="82550" marR="139700" marB="101600" marL="139700" anchor="t">
                    <a:lnL w="0">
                      <a:noFill/>
                    </a:lnL>
                    <a:lnR w="0">
                      <a:noFill/>
                    </a:lnR>
                    <a:lnT w="0">
                      <a:noFill/>
                    </a:lnT>
                    <a:lnB w="6350">
                      <a:solidFill>
                        <a:srgbClr val="D2D2D7"/>
                      </a:solidFill>
                      <a:prstDash val="solid"/>
                    </a:lnB>
                    <a:solidFill>
                      <a:srgbClr val="FFFFFF"/>
                    </a:solidFill>
                  </a:tcPr>
                </a:tc>
              </a:tr>
              <a:tr h="384175">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Correction rounds</a:t>
                      </a:r>
                    </a:p>
                  </a:txBody>
                  <a:tcPr marT="82550" marR="139700" marB="101600" marL="139700" anchor="t">
                    <a:lnL w="0">
                      <a:noFill/>
                    </a:lnL>
                    <a:lnR w="0">
                      <a:noFill/>
                    </a:lnR>
                    <a:lnT w="0">
                      <a:noFill/>
                    </a:lnT>
                    <a:lnB w="0">
                      <a:noFill/>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0</a:t>
                      </a:r>
                    </a:p>
                  </a:txBody>
                  <a:tcPr marT="82550" marR="139700" marB="101600" marL="139700" anchor="t">
                    <a:lnL w="0">
                      <a:noFill/>
                    </a:lnL>
                    <a:lnR w="0">
                      <a:noFill/>
                    </a:lnR>
                    <a:lnT w="0">
                      <a:noFill/>
                    </a:lnT>
                    <a:lnB w="0">
                      <a:noFill/>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0</a:t>
                      </a:r>
                    </a:p>
                  </a:txBody>
                  <a:tcPr marT="82550" marR="139700" marB="101600" marL="139700" anchor="t">
                    <a:lnL w="0">
                      <a:noFill/>
                    </a:lnL>
                    <a:lnR w="0">
                      <a:noFill/>
                    </a:lnR>
                    <a:lnT w="0">
                      <a:noFill/>
                    </a:lnT>
                    <a:lnB w="0">
                      <a:noFill/>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1</a:t>
                      </a:r>
                    </a:p>
                  </a:txBody>
                  <a:tcPr marT="82550" marR="139700" marB="101600" marL="139700" anchor="t">
                    <a:lnL w="0">
                      <a:noFill/>
                    </a:lnL>
                    <a:lnR w="0">
                      <a:noFill/>
                    </a:lnR>
                    <a:lnT w="0">
                      <a:noFill/>
                    </a:lnT>
                    <a:lnB w="0">
                      <a:noFill/>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≤2</a:t>
                      </a:r>
                    </a:p>
                  </a:txBody>
                  <a:tcPr marT="82550" marR="139700" marB="101600" marL="139700" anchor="t">
                    <a:lnL w="0">
                      <a:noFill/>
                    </a:lnL>
                    <a:lnR w="0">
                      <a:noFill/>
                    </a:lnR>
                    <a:lnT w="0">
                      <a:noFill/>
                    </a:lnT>
                    <a:lnB w="0">
                      <a:noFill/>
                    </a:lnB>
                    <a:solidFill>
                      <a:srgbClr val="FFFFFF"/>
                    </a:solidFill>
                  </a:tcPr>
                </a:tc>
              </a:tr>
            </a:tbl>
          </a:graphicData>
        </a:graphic>
      </p:graphicFrame>
      <p:sp>
        <p:nvSpPr>
          <p:cNvPr id="6" name="group-title label"/>
          <p:cNvSpPr txBox="1"/>
          <p:nvPr/>
        </p:nvSpPr>
        <p:spPr>
          <a:xfrm>
            <a:off x="8953500" y="2000250"/>
            <a:ext cx="26670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FRAMING EXCEPTION</a:t>
            </a:r>
          </a:p>
        </p:txBody>
      </p:sp>
      <p:sp>
        <p:nvSpPr>
          <p:cNvPr id="7" name="group-body value"/>
          <p:cNvSpPr txBox="1"/>
          <p:nvPr/>
        </p:nvSpPr>
        <p:spPr>
          <a:xfrm>
            <a:off x="8953500" y="2197100"/>
            <a:ext cx="2667000" cy="304800"/>
          </a:xfrm>
          <a:prstGeom prst="rect">
            <a:avLst/>
          </a:prstGeom>
          <a:noFill/>
        </p:spPr>
        <p:txBody>
          <a:bodyPr wrap="square" anchor="t" lIns="0" rIns="0" tIns="0" bIns="0">
            <a:noAutofit/>
          </a:bodyPr>
          <a:lstStyle/>
          <a:p>
            <a:pPr algn="l">
              <a:lnSpc>
                <a:spcPts val="2400"/>
              </a:lnSpc>
              <a:spcBef>
                <a:spcPts val="0"/>
              </a:spcBef>
              <a:spcAft>
                <a:spcPts val="0"/>
              </a:spcAft>
              <a:defRPr sz="2000">
                <a:latin typeface="SF Pro Display"/>
              </a:defRPr>
            </a:pPr>
            <a:r>
              <a:rPr sz="2000" b="1" i="0">
                <a:solidFill>
                  <a:srgbClr val="3C3C3E"/>
                </a:solidFill>
                <a:latin typeface="SF Pro Display"/>
              </a:rPr>
              <a:t>7 values</a:t>
            </a:r>
          </a:p>
        </p:txBody>
      </p:sp>
      <p:sp>
        <p:nvSpPr>
          <p:cNvPr id="8" name="group-title label"/>
          <p:cNvSpPr txBox="1"/>
          <p:nvPr/>
        </p:nvSpPr>
        <p:spPr>
          <a:xfrm>
            <a:off x="8953500" y="3435350"/>
            <a:ext cx="26670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R10 S1</a:t>
            </a:r>
          </a:p>
        </p:txBody>
      </p:sp>
      <p:sp>
        <p:nvSpPr>
          <p:cNvPr id="9" name="group-body"/>
          <p:cNvSpPr txBox="1"/>
          <p:nvPr/>
        </p:nvSpPr>
        <p:spPr>
          <a:xfrm>
            <a:off x="8953500" y="3632200"/>
            <a:ext cx="2667000" cy="190500"/>
          </a:xfrm>
          <a:prstGeom prst="rect">
            <a:avLst/>
          </a:prstGeom>
          <a:noFill/>
        </p:spPr>
        <p:txBody>
          <a:bodyPr wrap="square" anchor="t" lIns="0" rIns="0" tIns="0" bIns="0">
            <a:noAutofit/>
          </a:bodyPr>
          <a:lstStyle/>
          <a:p>
            <a:pPr algn="l">
              <a:lnSpc>
                <a:spcPts val="1500"/>
              </a:lnSpc>
              <a:spcBef>
                <a:spcPts val="0"/>
              </a:spcBef>
              <a:spcAft>
                <a:spcPts val="0"/>
              </a:spcAft>
              <a:defRPr sz="1100">
                <a:latin typeface="SF Pro Text"/>
              </a:defRPr>
            </a:pPr>
            <a:r>
              <a:rPr sz="1100" b="0" i="0">
                <a:solidFill>
                  <a:srgbClr val="3C3C3E"/>
                </a:solidFill>
                <a:latin typeface="SF Pro Text"/>
              </a:rPr>
              <a:t>Source-limited; no padding.</a:t>
            </a:r>
          </a:p>
        </p:txBody>
      </p:sp>
      <p:sp>
        <p:nvSpPr>
          <p:cNvPr id="10" name="footer footer-source"/>
          <p:cNvSpPr txBox="1"/>
          <p:nvPr/>
        </p:nvSpPr>
        <p:spPr>
          <a:xfrm>
            <a:off x="571500" y="6483350"/>
            <a:ext cx="8445500" cy="1651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0" i="0">
                <a:solidFill>
                  <a:srgbClr val="6E6E73"/>
                </a:solidFill>
                <a:latin typeface="SF Pro Text"/>
              </a:rPr>
              <a:t>Source: R11 fact sheet · R10 recorded measurements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executive-summary · three groups">
    <p:bg>
      <p:bgPr>
        <a:solidFill>
          <a:srgbClr val="F3F2F5"/>
        </a:solidFill>
        <a:effectLst/>
      </p:bgPr>
    </p:bg>
    <p:spTree>
      <p:nvGrpSpPr>
        <p:cNvPr id="1" name=""/>
        <p:cNvGrpSpPr/>
        <p:nvPr/>
      </p:nvGrpSpPr>
      <p:grpSpPr/>
      <p:sp>
        <p:nvSpPr>
          <p:cNvPr id="2" name="headline"/>
          <p:cNvSpPr>
            <a:spLocks noGrp="1"/>
          </p:cNvSpPr>
          <p:nvPr>
            <p:ph type="title"/>
          </p:nvPr>
        </p:nvSpPr>
        <p:spPr>
          <a:xfrm>
            <a:off x="571500" y="679450"/>
            <a:ext cx="11049000" cy="520700"/>
          </a:xfrm>
        </p:spPr>
        <p:txBody>
          <a:bodyPr wrap="square" anchor="t" lIns="0" rIns="0" tIns="0" bIns="0">
            <a:noAutofit/>
          </a:bodyPr>
          <a:lstStyle/>
          <a:p>
            <a:pPr algn="l">
              <a:lnSpc>
                <a:spcPts val="3900"/>
              </a:lnSpc>
              <a:spcBef>
                <a:spcPts val="0"/>
              </a:spcBef>
              <a:spcAft>
                <a:spcPts val="0"/>
              </a:spcAft>
              <a:defRPr sz="3400">
                <a:latin typeface="SF Pro Display"/>
              </a:defRPr>
            </a:pPr>
            <a:r>
              <a:rPr sz="3400" b="1" i="0">
                <a:solidFill>
                  <a:srgbClr val="3C3C3E"/>
                </a:solidFill>
                <a:latin typeface="SF Pro Display"/>
              </a:rPr>
              <a:t>Facts survive edits and visual refinement</a:t>
            </a:r>
          </a:p>
        </p:txBody>
      </p:sp>
      <p:sp>
        <p:nvSpPr>
          <p:cNvPr id="3" name="eyebrow"/>
          <p:cNvSpPr txBox="1"/>
          <p:nvPr/>
        </p:nvSpPr>
        <p:spPr>
          <a:xfrm>
            <a:off x="571500" y="368300"/>
            <a:ext cx="11049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Report Slides skill | </a:t>
            </a:r>
            <a:r>
              <a:rPr sz="1000" b="0" i="0">
                <a:solidFill>
                  <a:srgbClr val="3C3C3E"/>
                </a:solidFill>
                <a:latin typeface="SF Pro Text"/>
              </a:rPr>
              <a:t>How and when</a:t>
            </a:r>
          </a:p>
        </p:txBody>
      </p:sp>
      <p:grpSp>
        <p:nvGrpSpPr>
          <p:cNvPr id="4" name="facts stay true"/>
          <p:cNvGrpSpPr/>
          <p:nvPr/>
        </p:nvGrpSpPr>
        <p:grpSpPr>
          <a:xfrm>
            <a:off x="571500" y="1841500"/>
            <a:ext cx="3581400" cy="2654300"/>
            <a:chOff x="571500" y="1841500"/>
            <a:chExt cx="3581400" cy="2654300"/>
          </a:xfrm>
        </p:grpSpPr>
        <p:sp>
          <p:nvSpPr>
            <p:cNvPr id="5" name="facts stay true · identity-rule"/>
            <p:cNvSpPr/>
            <p:nvPr/>
          </p:nvSpPr>
          <p:spPr>
            <a:xfrm>
              <a:off x="571500" y="1841500"/>
              <a:ext cx="3581400" cy="38100"/>
            </a:xfrm>
            <a:prstGeom prst="rect">
              <a:avLst/>
            </a:prstGeom>
            <a:solidFill>
              <a:srgbClr val="3C3C3E"/>
            </a:solidFill>
            <a:ln>
              <a:noFill/>
            </a:ln>
            <a:effectLst/>
          </p:spPr>
          <p:txBody>
            <a:bodyPr rtlCol="0" anchor="ctr"/>
            <a:lstStyle/>
            <a:p>
              <a:pPr algn="ctr"/>
            </a:p>
          </p:txBody>
        </p:sp>
        <p:sp>
          <p:nvSpPr>
            <p:cNvPr id="6" name="facts stay true · label"/>
            <p:cNvSpPr txBox="1"/>
            <p:nvPr/>
          </p:nvSpPr>
          <p:spPr>
            <a:xfrm>
              <a:off x="774700" y="2038350"/>
              <a:ext cx="31750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FACTS STAY TRUE</a:t>
              </a:r>
            </a:p>
          </p:txBody>
        </p:sp>
        <p:sp>
          <p:nvSpPr>
            <p:cNvPr id="7" name="facts stay true · value"/>
            <p:cNvSpPr txBox="1"/>
            <p:nvPr/>
          </p:nvSpPr>
          <p:spPr>
            <a:xfrm>
              <a:off x="774700" y="2336800"/>
              <a:ext cx="3175000" cy="304800"/>
            </a:xfrm>
            <a:prstGeom prst="rect">
              <a:avLst/>
            </a:prstGeom>
            <a:noFill/>
          </p:spPr>
          <p:txBody>
            <a:bodyPr wrap="none" anchor="t" lIns="0" rIns="0" tIns="0" bIns="0">
              <a:noAutofit/>
            </a:bodyPr>
            <a:lstStyle/>
            <a:p>
              <a:pPr algn="l">
                <a:lnSpc>
                  <a:spcPts val="2400"/>
                </a:lnSpc>
                <a:spcBef>
                  <a:spcPts val="0"/>
                </a:spcBef>
                <a:spcAft>
                  <a:spcPts val="0"/>
                </a:spcAft>
                <a:defRPr sz="2000">
                  <a:latin typeface="SF Pro Display"/>
                </a:defRPr>
              </a:pPr>
              <a:r>
                <a:rPr sz="2000" b="1" i="0">
                  <a:solidFill>
                    <a:srgbClr val="3C3C3E"/>
                  </a:solidFill>
                  <a:latin typeface="SF Pro Display"/>
                </a:rPr>
                <a:t>6/6</a:t>
              </a:r>
            </a:p>
          </p:txBody>
        </p:sp>
        <p:sp>
          <p:nvSpPr>
            <p:cNvPr id="8" name="facts stay true · caption"/>
            <p:cNvSpPr txBox="1"/>
            <p:nvPr/>
          </p:nvSpPr>
          <p:spPr>
            <a:xfrm>
              <a:off x="774700" y="2717800"/>
              <a:ext cx="3175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held-out pass points</a:t>
              </a:r>
            </a:p>
          </p:txBody>
        </p:sp>
        <p:graphicFrame>
          <p:nvGraphicFramePr>
            <p:cNvPr id="9" name="facts stay true · label-value-table"/>
            <p:cNvGraphicFramePr>
              <a:graphicFrameLocks noGrp="1"/>
            </p:cNvGraphicFramePr>
            <p:nvPr/>
          </p:nvGraphicFramePr>
          <p:xfrm>
            <a:off x="774700" y="4140200"/>
            <a:ext cx="3175000" cy="355600"/>
          </p:xfrm>
          <a:graphic>
            <a:graphicData uri="http://schemas.openxmlformats.org/drawingml/2006/table">
              <a:tbl>
                <a:tblPr firstRow="1">
                  <a:tableStyleId>{5C22544A-7EE6-4342-B048-85BDC9FD1C3A}</a:tableStyleId>
                </a:tblPr>
                <a:tblGrid>
                  <a:gridCol w="1873250"/>
                  <a:gridCol w="1301750"/>
                </a:tblGrid>
                <a:tr h="355600">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Numbers kept</a:t>
                        </a:r>
                      </a:p>
                    </a:txBody>
                    <a:tcPr marT="69850" marR="101600" marB="88900" marL="0" anchor="t">
                      <a:lnL w="0">
                        <a:noFill/>
                      </a:lnL>
                      <a:lnR w="0">
                        <a:noFill/>
                      </a:lnR>
                      <a:lnT w="0">
                        <a:noFill/>
                      </a:lnT>
                      <a:lnB w="0">
                        <a:noFill/>
                      </a:lnB>
                      <a:no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1" i="0">
                            <a:solidFill>
                              <a:srgbClr val="3C3C3E"/>
                            </a:solidFill>
                            <a:latin typeface="SF Pro Text"/>
                          </a:rPr>
                          <a:t>112/112</a:t>
                        </a:r>
                      </a:p>
                    </a:txBody>
                    <a:tcPr marT="69850" marR="0" marB="88900" marL="0" anchor="t">
                      <a:lnL w="0">
                        <a:noFill/>
                      </a:lnL>
                      <a:lnR w="0">
                        <a:noFill/>
                      </a:lnR>
                      <a:lnT w="0">
                        <a:noFill/>
                      </a:lnT>
                      <a:lnB w="0">
                        <a:noFill/>
                      </a:lnB>
                      <a:noFill/>
                    </a:tcPr>
                  </a:tc>
                </a:tr>
              </a:tbl>
            </a:graphicData>
          </a:graphic>
        </p:graphicFrame>
      </p:grpSp>
      <p:grpSp>
        <p:nvGrpSpPr>
          <p:cNvPr id="10" name="edits stay safe"/>
          <p:cNvGrpSpPr/>
          <p:nvPr/>
        </p:nvGrpSpPr>
        <p:grpSpPr>
          <a:xfrm>
            <a:off x="4305300" y="1841500"/>
            <a:ext cx="3581400" cy="2654300"/>
            <a:chOff x="4305300" y="1841500"/>
            <a:chExt cx="3581400" cy="2654300"/>
          </a:xfrm>
        </p:grpSpPr>
        <p:sp>
          <p:nvSpPr>
            <p:cNvPr id="11" name="edits stay safe · identity-rule"/>
            <p:cNvSpPr/>
            <p:nvPr/>
          </p:nvSpPr>
          <p:spPr>
            <a:xfrm>
              <a:off x="4305300" y="1841500"/>
              <a:ext cx="3581400" cy="38100"/>
            </a:xfrm>
            <a:prstGeom prst="rect">
              <a:avLst/>
            </a:prstGeom>
            <a:solidFill>
              <a:srgbClr val="3C3C3E"/>
            </a:solidFill>
            <a:ln>
              <a:noFill/>
            </a:ln>
            <a:effectLst/>
          </p:spPr>
          <p:txBody>
            <a:bodyPr rtlCol="0" anchor="ctr"/>
            <a:lstStyle/>
            <a:p>
              <a:pPr algn="ctr"/>
            </a:p>
          </p:txBody>
        </p:sp>
        <p:sp>
          <p:nvSpPr>
            <p:cNvPr id="12" name="edits stay safe · label"/>
            <p:cNvSpPr txBox="1"/>
            <p:nvPr/>
          </p:nvSpPr>
          <p:spPr>
            <a:xfrm>
              <a:off x="4508500" y="2038350"/>
              <a:ext cx="31750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EDITS STAY SAFE</a:t>
              </a:r>
            </a:p>
          </p:txBody>
        </p:sp>
        <p:sp>
          <p:nvSpPr>
            <p:cNvPr id="13" name="edits stay safe · value"/>
            <p:cNvSpPr txBox="1"/>
            <p:nvPr/>
          </p:nvSpPr>
          <p:spPr>
            <a:xfrm>
              <a:off x="4508500" y="2336800"/>
              <a:ext cx="3175000" cy="304800"/>
            </a:xfrm>
            <a:prstGeom prst="rect">
              <a:avLst/>
            </a:prstGeom>
            <a:noFill/>
          </p:spPr>
          <p:txBody>
            <a:bodyPr wrap="none" anchor="t" lIns="0" rIns="0" tIns="0" bIns="0">
              <a:noAutofit/>
            </a:bodyPr>
            <a:lstStyle/>
            <a:p>
              <a:pPr algn="l">
                <a:lnSpc>
                  <a:spcPts val="2400"/>
                </a:lnSpc>
                <a:spcBef>
                  <a:spcPts val="0"/>
                </a:spcBef>
                <a:spcAft>
                  <a:spcPts val="0"/>
                </a:spcAft>
                <a:defRPr sz="2000">
                  <a:latin typeface="SF Pro Display"/>
                </a:defRPr>
              </a:pPr>
              <a:r>
                <a:rPr sz="2000" b="1" i="0">
                  <a:solidFill>
                    <a:srgbClr val="3C3C3E"/>
                  </a:solidFill>
                  <a:latin typeface="SF Pro Display"/>
                </a:rPr>
                <a:t>0</a:t>
              </a:r>
            </a:p>
          </p:txBody>
        </p:sp>
        <p:sp>
          <p:nvSpPr>
            <p:cNvPr id="14" name="edits stay safe · caption"/>
            <p:cNvSpPr txBox="1"/>
            <p:nvPr/>
          </p:nvSpPr>
          <p:spPr>
            <a:xfrm>
              <a:off x="4508500" y="2717800"/>
              <a:ext cx="3175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changes after save → reopen</a:t>
              </a:r>
            </a:p>
          </p:txBody>
        </p:sp>
        <p:graphicFrame>
          <p:nvGraphicFramePr>
            <p:cNvPr id="15" name="edits stay safe · label-value-table"/>
            <p:cNvGraphicFramePr>
              <a:graphicFrameLocks noGrp="1"/>
            </p:cNvGraphicFramePr>
            <p:nvPr/>
          </p:nvGraphicFramePr>
          <p:xfrm>
            <a:off x="4508500" y="4140200"/>
            <a:ext cx="3175000" cy="355600"/>
          </p:xfrm>
          <a:graphic>
            <a:graphicData uri="http://schemas.openxmlformats.org/drawingml/2006/table">
              <a:tbl>
                <a:tblPr firstRow="1">
                  <a:tableStyleId>{5C22544A-7EE6-4342-B048-85BDC9FD1C3A}</a:tableStyleId>
                </a:tblPr>
                <a:tblGrid>
                  <a:gridCol w="2095500"/>
                  <a:gridCol w="1079500"/>
                </a:tblGrid>
                <a:tr h="355600">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Edit types tested</a:t>
                        </a:r>
                      </a:p>
                    </a:txBody>
                    <a:tcPr marT="69850" marR="101600" marB="88900" marL="0" anchor="t">
                      <a:lnL w="0">
                        <a:noFill/>
                      </a:lnL>
                      <a:lnR w="0">
                        <a:noFill/>
                      </a:lnR>
                      <a:lnT w="0">
                        <a:noFill/>
                      </a:lnT>
                      <a:lnB w="0">
                        <a:noFill/>
                      </a:lnB>
                      <a:no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1" i="0">
                            <a:solidFill>
                              <a:srgbClr val="3C3C3E"/>
                            </a:solidFill>
                            <a:latin typeface="SF Pro Text"/>
                          </a:rPr>
                          <a:t>5</a:t>
                        </a:r>
                      </a:p>
                    </a:txBody>
                    <a:tcPr marT="69850" marR="0" marB="88900" marL="0" anchor="t">
                      <a:lnL w="0">
                        <a:noFill/>
                      </a:lnL>
                      <a:lnR w="0">
                        <a:noFill/>
                      </a:lnR>
                      <a:lnT w="0">
                        <a:noFill/>
                      </a:lnT>
                      <a:lnB w="0">
                        <a:noFill/>
                      </a:lnB>
                      <a:noFill/>
                    </a:tcPr>
                  </a:tc>
                </a:tr>
              </a:tbl>
            </a:graphicData>
          </a:graphic>
        </p:graphicFrame>
      </p:grpSp>
      <p:grpSp>
        <p:nvGrpSpPr>
          <p:cNvPr id="16" name="finish matches"/>
          <p:cNvGrpSpPr/>
          <p:nvPr/>
        </p:nvGrpSpPr>
        <p:grpSpPr>
          <a:xfrm>
            <a:off x="8039100" y="1841500"/>
            <a:ext cx="3581400" cy="3016250"/>
            <a:chOff x="8039100" y="1841500"/>
            <a:chExt cx="3581400" cy="3016250"/>
          </a:xfrm>
        </p:grpSpPr>
        <p:sp>
          <p:nvSpPr>
            <p:cNvPr id="17" name="finish matches · identity-rule"/>
            <p:cNvSpPr/>
            <p:nvPr/>
          </p:nvSpPr>
          <p:spPr>
            <a:xfrm>
              <a:off x="8039100" y="1841500"/>
              <a:ext cx="3581400" cy="38100"/>
            </a:xfrm>
            <a:prstGeom prst="rect">
              <a:avLst/>
            </a:prstGeom>
            <a:solidFill>
              <a:srgbClr val="0071E3"/>
            </a:solidFill>
            <a:ln>
              <a:noFill/>
            </a:ln>
            <a:effectLst/>
          </p:spPr>
          <p:txBody>
            <a:bodyPr rtlCol="0" anchor="ctr"/>
            <a:lstStyle/>
            <a:p>
              <a:pPr algn="ctr"/>
            </a:p>
          </p:txBody>
        </p:sp>
        <p:sp>
          <p:nvSpPr>
            <p:cNvPr id="18" name="finish matches · label"/>
            <p:cNvSpPr txBox="1"/>
            <p:nvPr/>
          </p:nvSpPr>
          <p:spPr>
            <a:xfrm>
              <a:off x="8242300" y="2038350"/>
              <a:ext cx="31750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FINISH MATCHES</a:t>
              </a:r>
            </a:p>
          </p:txBody>
        </p:sp>
        <p:sp>
          <p:nvSpPr>
            <p:cNvPr id="19" name="finish matches · value"/>
            <p:cNvSpPr txBox="1"/>
            <p:nvPr/>
          </p:nvSpPr>
          <p:spPr>
            <a:xfrm>
              <a:off x="8242300" y="2336800"/>
              <a:ext cx="3175000" cy="304800"/>
            </a:xfrm>
            <a:prstGeom prst="rect">
              <a:avLst/>
            </a:prstGeom>
            <a:noFill/>
          </p:spPr>
          <p:txBody>
            <a:bodyPr wrap="square" anchor="t" lIns="0" rIns="0" tIns="0" bIns="0">
              <a:noAutofit/>
            </a:bodyPr>
            <a:lstStyle/>
            <a:p>
              <a:pPr algn="l">
                <a:lnSpc>
                  <a:spcPts val="2400"/>
                </a:lnSpc>
                <a:spcBef>
                  <a:spcPts val="0"/>
                </a:spcBef>
                <a:spcAft>
                  <a:spcPts val="0"/>
                </a:spcAft>
                <a:defRPr sz="2000">
                  <a:latin typeface="SF Pro Display"/>
                </a:defRPr>
              </a:pPr>
              <a:r>
                <a:rPr sz="2000" b="1" i="0">
                  <a:solidFill>
                    <a:srgbClr val="3C3C3E"/>
                  </a:solidFill>
                  <a:latin typeface="SF Pro Display"/>
                </a:rPr>
                <a:t>110.5 → 45.5</a:t>
              </a:r>
            </a:p>
          </p:txBody>
        </p:sp>
        <p:sp>
          <p:nvSpPr>
            <p:cNvPr id="20" name="finish matches · caption"/>
            <p:cNvSpPr txBox="1"/>
            <p:nvPr/>
          </p:nvSpPr>
          <p:spPr>
            <a:xfrm>
              <a:off x="8242300" y="2717800"/>
              <a:ext cx="3175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median counted words</a:t>
              </a:r>
            </a:p>
          </p:txBody>
        </p:sp>
        <p:graphicFrame>
          <p:nvGraphicFramePr>
            <p:cNvPr id="21" name="finish matches · label-value-table"/>
            <p:cNvGraphicFramePr>
              <a:graphicFrameLocks noGrp="1"/>
            </p:cNvGraphicFramePr>
            <p:nvPr/>
          </p:nvGraphicFramePr>
          <p:xfrm>
            <a:off x="8242300" y="4140200"/>
            <a:ext cx="3175000" cy="717550"/>
          </p:xfrm>
          <a:graphic>
            <a:graphicData uri="http://schemas.openxmlformats.org/drawingml/2006/table">
              <a:tbl>
                <a:tblPr firstRow="1">
                  <a:tableStyleId>{5C22544A-7EE6-4342-B048-85BDC9FD1C3A}</a:tableStyleId>
                </a:tblPr>
                <a:tblGrid>
                  <a:gridCol w="2095500"/>
                  <a:gridCol w="1079500"/>
                </a:tblGrid>
                <a:tr h="358775">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Glass judged real</a:t>
                        </a:r>
                      </a:p>
                    </a:txBody>
                    <a:tcPr marT="69850" marR="101600" marB="88900" marL="0" anchor="t">
                      <a:lnL w="0">
                        <a:noFill/>
                      </a:lnL>
                      <a:lnR w="0">
                        <a:noFill/>
                      </a:lnR>
                      <a:lnT w="0">
                        <a:noFill/>
                      </a:lnT>
                      <a:lnB w="6350">
                        <a:solidFill>
                          <a:srgbClr val="D2D2D7"/>
                        </a:solidFill>
                        <a:prstDash val="solid"/>
                      </a:lnB>
                      <a:no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1" i="0">
                            <a:solidFill>
                              <a:srgbClr val="3C3C3E"/>
                            </a:solidFill>
                            <a:latin typeface="SF Pro Text"/>
                          </a:rPr>
                          <a:t>8/8</a:t>
                        </a:r>
                      </a:p>
                    </a:txBody>
                    <a:tcPr marT="69850" marR="0" marB="88900" marL="0" anchor="t">
                      <a:lnL w="0">
                        <a:noFill/>
                      </a:lnL>
                      <a:lnR w="0">
                        <a:noFill/>
                      </a:lnR>
                      <a:lnT w="0">
                        <a:noFill/>
                      </a:lnT>
                      <a:lnB w="6350">
                        <a:solidFill>
                          <a:srgbClr val="D2D2D7"/>
                        </a:solidFill>
                        <a:prstDash val="solid"/>
                      </a:lnB>
                      <a:noFill/>
                    </a:tcPr>
                  </a:tc>
                </a:tr>
                <a:tr h="358775">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Decoys passed</a:t>
                        </a:r>
                      </a:p>
                    </a:txBody>
                    <a:tcPr marT="69850" marR="101600" marB="88900" marL="0" anchor="t">
                      <a:lnL w="0">
                        <a:noFill/>
                      </a:lnL>
                      <a:lnR w="0">
                        <a:noFill/>
                      </a:lnR>
                      <a:lnT w="0">
                        <a:noFill/>
                      </a:lnT>
                      <a:lnB w="0">
                        <a:noFill/>
                      </a:lnB>
                      <a:no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1" i="0">
                            <a:solidFill>
                              <a:srgbClr val="3C3C3E"/>
                            </a:solidFill>
                            <a:latin typeface="SF Pro Text"/>
                          </a:rPr>
                          <a:t>0/12</a:t>
                        </a:r>
                      </a:p>
                    </a:txBody>
                    <a:tcPr marT="69850" marR="0" marB="88900" marL="0" anchor="t">
                      <a:lnL w="0">
                        <a:noFill/>
                      </a:lnL>
                      <a:lnR w="0">
                        <a:noFill/>
                      </a:lnR>
                      <a:lnT w="0">
                        <a:noFill/>
                      </a:lnT>
                      <a:lnB w="0">
                        <a:noFill/>
                      </a:lnB>
                      <a:noFill/>
                    </a:tcPr>
                  </a:tc>
                </a:tr>
              </a:tbl>
            </a:graphicData>
          </a:graphic>
        </p:graphicFrame>
      </p:grpSp>
      <p:sp>
        <p:nvSpPr>
          <p:cNvPr id="22" name="footer footer-source"/>
          <p:cNvSpPr txBox="1"/>
          <p:nvPr/>
        </p:nvSpPr>
        <p:spPr>
          <a:xfrm>
            <a:off x="571500" y="6483350"/>
            <a:ext cx="8445500" cy="1651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0" i="0">
                <a:solidFill>
                  <a:srgbClr val="6E6E73"/>
                </a:solidFill>
                <a:latin typeface="SF Pro Text"/>
              </a:rPr>
              <a:t>Source: Report Slides skill · approved catalogue input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site-data · three renderers">
    <p:bg>
      <p:bgPr>
        <a:solidFill>
          <a:srgbClr val="F3F2F5"/>
        </a:solidFill>
        <a:effectLst/>
      </p:bgPr>
    </p:bg>
    <p:spTree>
      <p:nvGrpSpPr>
        <p:cNvPr id="1" name=""/>
        <p:cNvGrpSpPr/>
        <p:nvPr/>
      </p:nvGrpSpPr>
      <p:grpSpPr/>
      <p:sp>
        <p:nvSpPr>
          <p:cNvPr id="2" name="headline"/>
          <p:cNvSpPr>
            <a:spLocks noGrp="1"/>
          </p:cNvSpPr>
          <p:nvPr>
            <p:ph type="title"/>
          </p:nvPr>
        </p:nvSpPr>
        <p:spPr>
          <a:xfrm>
            <a:off x="571500" y="679450"/>
            <a:ext cx="11049000" cy="520700"/>
          </a:xfrm>
        </p:spPr>
        <p:txBody>
          <a:bodyPr wrap="square" anchor="t" lIns="0" rIns="0" tIns="0" bIns="0">
            <a:noAutofit/>
          </a:bodyPr>
          <a:lstStyle/>
          <a:p>
            <a:pPr algn="l">
              <a:lnSpc>
                <a:spcPts val="3900"/>
              </a:lnSpc>
              <a:spcBef>
                <a:spcPts val="0"/>
              </a:spcBef>
              <a:spcAft>
                <a:spcPts val="0"/>
              </a:spcAft>
              <a:defRPr sz="3400">
                <a:latin typeface="SF Pro Display"/>
              </a:defRPr>
            </a:pPr>
            <a:r>
              <a:rPr sz="3400" b="1" i="0">
                <a:solidFill>
                  <a:srgbClr val="3C3C3E"/>
                </a:solidFill>
                <a:latin typeface="SF Pro Display"/>
              </a:rPr>
              <a:t>PowerPoint presents; other renderers have limits</a:t>
            </a:r>
          </a:p>
        </p:txBody>
      </p:sp>
      <p:sp>
        <p:nvSpPr>
          <p:cNvPr id="3" name="eyebrow"/>
          <p:cNvSpPr txBox="1"/>
          <p:nvPr/>
        </p:nvSpPr>
        <p:spPr>
          <a:xfrm>
            <a:off x="571500" y="368300"/>
            <a:ext cx="11049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Report Slides skill | </a:t>
            </a:r>
            <a:r>
              <a:rPr sz="1000" b="0" i="0">
                <a:solidFill>
                  <a:srgbClr val="3C3C3E"/>
                </a:solidFill>
                <a:latin typeface="SF Pro Text"/>
              </a:rPr>
              <a:t>How and when</a:t>
            </a:r>
          </a:p>
        </p:txBody>
      </p:sp>
      <p:grpSp>
        <p:nvGrpSpPr>
          <p:cNvPr id="4" name="PowerPoint"/>
          <p:cNvGrpSpPr/>
          <p:nvPr/>
        </p:nvGrpSpPr>
        <p:grpSpPr>
          <a:xfrm>
            <a:off x="571500" y="1841500"/>
            <a:ext cx="3581400" cy="2819400"/>
            <a:chOff x="571500" y="1841500"/>
            <a:chExt cx="3581400" cy="2819400"/>
          </a:xfrm>
        </p:grpSpPr>
        <p:sp>
          <p:nvSpPr>
            <p:cNvPr id="5" name="PowerPoint · identity-rule"/>
            <p:cNvSpPr/>
            <p:nvPr/>
          </p:nvSpPr>
          <p:spPr>
            <a:xfrm>
              <a:off x="571500" y="1841500"/>
              <a:ext cx="3581400" cy="38100"/>
            </a:xfrm>
            <a:prstGeom prst="rect">
              <a:avLst/>
            </a:prstGeom>
            <a:solidFill>
              <a:srgbClr val="0071E3"/>
            </a:solidFill>
            <a:ln>
              <a:noFill/>
            </a:ln>
            <a:effectLst/>
          </p:spPr>
          <p:txBody>
            <a:bodyPr rtlCol="0" anchor="ctr"/>
            <a:lstStyle/>
            <a:p>
              <a:pPr algn="ctr"/>
            </a:p>
          </p:txBody>
        </p:sp>
        <p:sp>
          <p:nvSpPr>
            <p:cNvPr id="6" name="PowerPoint · section-heading"/>
            <p:cNvSpPr txBox="1"/>
            <p:nvPr/>
          </p:nvSpPr>
          <p:spPr>
            <a:xfrm>
              <a:off x="774700" y="2038350"/>
              <a:ext cx="3175000" cy="215900"/>
            </a:xfrm>
            <a:prstGeom prst="rect">
              <a:avLst/>
            </a:prstGeom>
            <a:noFill/>
          </p:spPr>
          <p:txBody>
            <a:bodyPr wrap="square" anchor="t" lIns="0" rIns="0" tIns="0" bIns="0">
              <a:noAutofit/>
            </a:bodyPr>
            <a:lstStyle/>
            <a:p>
              <a:pPr algn="l">
                <a:lnSpc>
                  <a:spcPts val="1700"/>
                </a:lnSpc>
                <a:spcBef>
                  <a:spcPts val="0"/>
                </a:spcBef>
                <a:spcAft>
                  <a:spcPts val="0"/>
                </a:spcAft>
                <a:defRPr sz="1400">
                  <a:latin typeface="SF Pro Text"/>
                </a:defRPr>
              </a:pPr>
              <a:r>
                <a:rPr sz="1400" b="1" i="0">
                  <a:solidFill>
                    <a:srgbClr val="3C3C3E"/>
                  </a:solidFill>
                  <a:latin typeface="SF Pro Text"/>
                </a:rPr>
                <a:t>PowerPoint for Mac</a:t>
              </a:r>
            </a:p>
          </p:txBody>
        </p:sp>
        <p:sp>
          <p:nvSpPr>
            <p:cNvPr id="7" name="PowerPoint · caption"/>
            <p:cNvSpPr txBox="1"/>
            <p:nvPr/>
          </p:nvSpPr>
          <p:spPr>
            <a:xfrm>
              <a:off x="774700" y="2336800"/>
              <a:ext cx="3175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Presenting app</a:t>
              </a:r>
            </a:p>
          </p:txBody>
        </p:sp>
        <p:graphicFrame>
          <p:nvGraphicFramePr>
            <p:cNvPr id="8" name="PowerPoint · renderer-table"/>
            <p:cNvGraphicFramePr>
              <a:graphicFrameLocks noGrp="1"/>
            </p:cNvGraphicFramePr>
            <p:nvPr/>
          </p:nvGraphicFramePr>
          <p:xfrm>
            <a:off x="774700" y="3505200"/>
            <a:ext cx="3175000" cy="1155700"/>
          </p:xfrm>
          <a:graphic>
            <a:graphicData uri="http://schemas.openxmlformats.org/drawingml/2006/table">
              <a:tbl>
                <a:tblPr firstRow="1">
                  <a:tableStyleId>{5C22544A-7EE6-4342-B048-85BDC9FD1C3A}</a:tableStyleId>
                </a:tblPr>
                <a:tblGrid>
                  <a:gridCol w="1206500"/>
                  <a:gridCol w="1968500"/>
                </a:tblGrid>
                <a:tr h="384175">
                  <a:tc>
                    <a: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3C3C3E"/>
                            </a:solidFill>
                            <a:latin typeface="SF Pro Text"/>
                          </a:rPr>
                          <a:t>Role</a:t>
                        </a:r>
                      </a:p>
                    </a:txBody>
                    <a:tcPr marT="76200" marR="76200" marB="101600" marL="762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3C3C3E"/>
                            </a:solidFill>
                            <a:latin typeface="SF Pro Text"/>
                          </a:rPr>
                          <a:t>Present and edit</a:t>
                        </a:r>
                      </a:p>
                    </a:txBody>
                    <a:tcPr marT="76200" marR="76200" marB="101600" marL="76200" anchor="t">
                      <a:lnL w="0">
                        <a:noFill/>
                      </a:lnL>
                      <a:lnR w="0">
                        <a:noFill/>
                      </a:lnR>
                      <a:lnT w="0">
                        <a:noFill/>
                      </a:lnT>
                      <a:lnB w="6350">
                        <a:solidFill>
                          <a:srgbClr val="D2D2D7"/>
                        </a:solidFill>
                        <a:prstDash val="solid"/>
                      </a:lnB>
                      <a:solidFill>
                        <a:srgbClr val="FFFFFF"/>
                      </a:solidFill>
                    </a:tcPr>
                  </a:tc>
                </a:tr>
                <a:tr h="387350">
                  <a:tc>
                    <a: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3C3C3E"/>
                            </a:solidFill>
                            <a:latin typeface="SF Pro Text"/>
                          </a:rPr>
                          <a:t>Script export</a:t>
                        </a:r>
                      </a:p>
                    </a:txBody>
                    <a:tcPr marT="76200" marR="76200" marB="101600" marL="762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3C3C3E"/>
                            </a:solidFill>
                            <a:latin typeface="SF Pro Text"/>
                          </a:rPr>
                          <a:t>Real export supported</a:t>
                        </a:r>
                      </a:p>
                    </a:txBody>
                    <a:tcPr marT="76200" marR="76200" marB="101600" marL="76200" anchor="t">
                      <a:lnL w="0">
                        <a:noFill/>
                      </a:lnL>
                      <a:lnR w="0">
                        <a:noFill/>
                      </a:lnR>
                      <a:lnT w="0">
                        <a:noFill/>
                      </a:lnT>
                      <a:lnB w="6350">
                        <a:solidFill>
                          <a:srgbClr val="D2D2D7"/>
                        </a:solidFill>
                        <a:prstDash val="solid"/>
                      </a:lnB>
                      <a:solidFill>
                        <a:srgbClr val="FFFFFF"/>
                      </a:solidFill>
                    </a:tcPr>
                  </a:tc>
                </a:tr>
                <a:tr h="384175">
                  <a:tc>
                    <a: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3C3C3E"/>
                            </a:solidFill>
                            <a:latin typeface="SF Pro Text"/>
                          </a:rPr>
                          <a:t>Output</a:t>
                        </a:r>
                      </a:p>
                    </a:txBody>
                    <a:tcPr marT="76200" marR="76200" marB="101600" marL="76200" anchor="t">
                      <a:lnL w="0">
                        <a:noFill/>
                      </a:lnL>
                      <a:lnR w="0">
                        <a:noFill/>
                      </a:lnR>
                      <a:lnT w="0">
                        <a:noFill/>
                      </a:lnT>
                      <a:lnB w="0">
                        <a:noFill/>
                      </a:lnB>
                      <a:solidFill>
                        <a:srgbClr val="FFFFFF"/>
                      </a:solidFill>
                    </a:tcPr>
                  </a:tc>
                  <a:tc>
                    <a: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3C3C3E"/>
                            </a:solidFill>
                            <a:latin typeface="SF Pro Text"/>
                          </a:rPr>
                          <a:t>Editable PowerPoint</a:t>
                        </a:r>
                      </a:p>
                    </a:txBody>
                    <a:tcPr marT="76200" marR="76200" marB="101600" marL="76200" anchor="t">
                      <a:lnL w="0">
                        <a:noFill/>
                      </a:lnL>
                      <a:lnR w="0">
                        <a:noFill/>
                      </a:lnR>
                      <a:lnT w="0">
                        <a:noFill/>
                      </a:lnT>
                      <a:lnB w="0">
                        <a:noFill/>
                      </a:lnB>
                      <a:solidFill>
                        <a:srgbClr val="FFFFFF"/>
                      </a:solidFill>
                    </a:tcPr>
                  </a:tc>
                </a:tr>
              </a:tbl>
            </a:graphicData>
          </a:graphic>
        </p:graphicFrame>
      </p:grpSp>
      <p:grpSp>
        <p:nvGrpSpPr>
          <p:cNvPr id="9" name="LibreOffice"/>
          <p:cNvGrpSpPr/>
          <p:nvPr/>
        </p:nvGrpSpPr>
        <p:grpSpPr>
          <a:xfrm>
            <a:off x="4305300" y="1841500"/>
            <a:ext cx="3581400" cy="2819400"/>
            <a:chOff x="4305300" y="1841500"/>
            <a:chExt cx="3581400" cy="2819400"/>
          </a:xfrm>
        </p:grpSpPr>
        <p:sp>
          <p:nvSpPr>
            <p:cNvPr id="10" name="LibreOffice · identity-rule"/>
            <p:cNvSpPr/>
            <p:nvPr/>
          </p:nvSpPr>
          <p:spPr>
            <a:xfrm>
              <a:off x="4305300" y="1841500"/>
              <a:ext cx="3581400" cy="38100"/>
            </a:xfrm>
            <a:prstGeom prst="rect">
              <a:avLst/>
            </a:prstGeom>
            <a:solidFill>
              <a:srgbClr val="3C3C3E"/>
            </a:solidFill>
            <a:ln>
              <a:noFill/>
            </a:ln>
            <a:effectLst/>
          </p:spPr>
          <p:txBody>
            <a:bodyPr rtlCol="0" anchor="ctr"/>
            <a:lstStyle/>
            <a:p>
              <a:pPr algn="ctr"/>
            </a:p>
          </p:txBody>
        </p:sp>
        <p:sp>
          <p:nvSpPr>
            <p:cNvPr id="11" name="LibreOffice · section-heading"/>
            <p:cNvSpPr txBox="1"/>
            <p:nvPr/>
          </p:nvSpPr>
          <p:spPr>
            <a:xfrm>
              <a:off x="4508500" y="2038350"/>
              <a:ext cx="3175000" cy="215900"/>
            </a:xfrm>
            <a:prstGeom prst="rect">
              <a:avLst/>
            </a:prstGeom>
            <a:noFill/>
          </p:spPr>
          <p:txBody>
            <a:bodyPr wrap="square" anchor="t" lIns="0" rIns="0" tIns="0" bIns="0">
              <a:noAutofit/>
            </a:bodyPr>
            <a:lstStyle/>
            <a:p>
              <a:pPr algn="l">
                <a:lnSpc>
                  <a:spcPts val="1700"/>
                </a:lnSpc>
                <a:spcBef>
                  <a:spcPts val="0"/>
                </a:spcBef>
                <a:spcAft>
                  <a:spcPts val="0"/>
                </a:spcAft>
                <a:defRPr sz="1400">
                  <a:latin typeface="SF Pro Text"/>
                </a:defRPr>
              </a:pPr>
              <a:r>
                <a:rPr sz="1400" b="1" i="0">
                  <a:solidFill>
                    <a:srgbClr val="3C3C3E"/>
                  </a:solidFill>
                  <a:latin typeface="SF Pro Text"/>
                </a:rPr>
                <a:t>LibreOffice</a:t>
              </a:r>
            </a:p>
          </p:txBody>
        </p:sp>
        <p:sp>
          <p:nvSpPr>
            <p:cNvPr id="12" name="LibreOffice · caption"/>
            <p:cNvSpPr txBox="1"/>
            <p:nvPr/>
          </p:nvSpPr>
          <p:spPr>
            <a:xfrm>
              <a:off x="4508500" y="2336800"/>
              <a:ext cx="3175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Preview fallback</a:t>
              </a:r>
            </a:p>
          </p:txBody>
        </p:sp>
        <p:graphicFrame>
          <p:nvGraphicFramePr>
            <p:cNvPr id="13" name="LibreOffice · renderer-table"/>
            <p:cNvGraphicFramePr>
              <a:graphicFrameLocks noGrp="1"/>
            </p:cNvGraphicFramePr>
            <p:nvPr/>
          </p:nvGraphicFramePr>
          <p:xfrm>
            <a:off x="4508500" y="3505200"/>
            <a:ext cx="3175000" cy="1155700"/>
          </p:xfrm>
          <a:graphic>
            <a:graphicData uri="http://schemas.openxmlformats.org/drawingml/2006/table">
              <a:tbl>
                <a:tblPr firstRow="1">
                  <a:tableStyleId>{5C22544A-7EE6-4342-B048-85BDC9FD1C3A}</a:tableStyleId>
                </a:tblPr>
                <a:tblGrid>
                  <a:gridCol w="1206500"/>
                  <a:gridCol w="1968500"/>
                </a:tblGrid>
                <a:tr h="384175">
                  <a:tc>
                    <a: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3C3C3E"/>
                            </a:solidFill>
                            <a:latin typeface="SF Pro Text"/>
                          </a:rPr>
                          <a:t>Role</a:t>
                        </a:r>
                      </a:p>
                    </a:txBody>
                    <a:tcPr marT="76200" marR="76200" marB="101600" marL="762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3C3C3E"/>
                            </a:solidFill>
                            <a:latin typeface="SF Pro Text"/>
                          </a:rPr>
                          <a:t>Fallback preview</a:t>
                        </a:r>
                      </a:p>
                    </a:txBody>
                    <a:tcPr marT="76200" marR="76200" marB="101600" marL="76200" anchor="t">
                      <a:lnL w="0">
                        <a:noFill/>
                      </a:lnL>
                      <a:lnR w="0">
                        <a:noFill/>
                      </a:lnR>
                      <a:lnT w="0">
                        <a:noFill/>
                      </a:lnT>
                      <a:lnB w="6350">
                        <a:solidFill>
                          <a:srgbClr val="D2D2D7"/>
                        </a:solidFill>
                        <a:prstDash val="solid"/>
                      </a:lnB>
                      <a:solidFill>
                        <a:srgbClr val="FFFFFF"/>
                      </a:solidFill>
                    </a:tcPr>
                  </a:tc>
                </a:tr>
                <a:tr h="387350">
                  <a:tc>
                    <a: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3C3C3E"/>
                            </a:solidFill>
                            <a:latin typeface="SF Pro Text"/>
                          </a:rPr>
                          <a:t>Script export</a:t>
                        </a:r>
                      </a:p>
                    </a:txBody>
                    <a:tcPr marT="76200" marR="76200" marB="101600" marL="762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3C3C3E"/>
                            </a:solidFill>
                            <a:latin typeface="SF Pro Text"/>
                          </a:rPr>
                          <a:t>Fallback available</a:t>
                        </a:r>
                      </a:p>
                    </a:txBody>
                    <a:tcPr marT="76200" marR="76200" marB="101600" marL="76200" anchor="t">
                      <a:lnL w="0">
                        <a:noFill/>
                      </a:lnL>
                      <a:lnR w="0">
                        <a:noFill/>
                      </a:lnR>
                      <a:lnT w="0">
                        <a:noFill/>
                      </a:lnT>
                      <a:lnB w="6350">
                        <a:solidFill>
                          <a:srgbClr val="D2D2D7"/>
                        </a:solidFill>
                        <a:prstDash val="solid"/>
                      </a:lnB>
                      <a:solidFill>
                        <a:srgbClr val="FFFFFF"/>
                      </a:solidFill>
                    </a:tcPr>
                  </a:tc>
                </a:tr>
                <a:tr h="384175">
                  <a:tc>
                    <a: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3C3C3E"/>
                            </a:solidFill>
                            <a:latin typeface="SF Pro Text"/>
                          </a:rPr>
                          <a:t>Output</a:t>
                        </a:r>
                      </a:p>
                    </a:txBody>
                    <a:tcPr marT="76200" marR="76200" marB="101600" marL="76200" anchor="t">
                      <a:lnL w="0">
                        <a:noFill/>
                      </a:lnL>
                      <a:lnR w="0">
                        <a:noFill/>
                      </a:lnR>
                      <a:lnT w="0">
                        <a:noFill/>
                      </a:lnT>
                      <a:lnB w="0">
                        <a:noFill/>
                      </a:lnB>
                      <a:solidFill>
                        <a:srgbClr val="FFFFFF"/>
                      </a:solidFill>
                    </a:tcPr>
                  </a:tc>
                  <a:tc>
                    <a: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3C3C3E"/>
                            </a:solidFill>
                            <a:latin typeface="SF Pro Text"/>
                          </a:rPr>
                          <a:t>Slide images</a:t>
                        </a:r>
                      </a:p>
                    </a:txBody>
                    <a:tcPr marT="76200" marR="76200" marB="101600" marL="76200" anchor="t">
                      <a:lnL w="0">
                        <a:noFill/>
                      </a:lnL>
                      <a:lnR w="0">
                        <a:noFill/>
                      </a:lnR>
                      <a:lnT w="0">
                        <a:noFill/>
                      </a:lnT>
                      <a:lnB w="0">
                        <a:noFill/>
                      </a:lnB>
                      <a:solidFill>
                        <a:srgbClr val="FFFFFF"/>
                      </a:solidFill>
                    </a:tcPr>
                  </a:tc>
                </a:tr>
              </a:tbl>
            </a:graphicData>
          </a:graphic>
        </p:graphicFrame>
      </p:grpSp>
      <p:grpSp>
        <p:nvGrpSpPr>
          <p:cNvPr id="14" name="Keynote"/>
          <p:cNvGrpSpPr/>
          <p:nvPr/>
        </p:nvGrpSpPr>
        <p:grpSpPr>
          <a:xfrm>
            <a:off x="8039100" y="1841500"/>
            <a:ext cx="3581400" cy="2819400"/>
            <a:chOff x="8039100" y="1841500"/>
            <a:chExt cx="3581400" cy="2819400"/>
          </a:xfrm>
        </p:grpSpPr>
        <p:sp>
          <p:nvSpPr>
            <p:cNvPr id="15" name="Keynote · identity-rule"/>
            <p:cNvSpPr/>
            <p:nvPr/>
          </p:nvSpPr>
          <p:spPr>
            <a:xfrm>
              <a:off x="8039100" y="1841500"/>
              <a:ext cx="3581400" cy="38100"/>
            </a:xfrm>
            <a:prstGeom prst="rect">
              <a:avLst/>
            </a:prstGeom>
            <a:solidFill>
              <a:srgbClr val="3C3C3E"/>
            </a:solidFill>
            <a:ln>
              <a:noFill/>
            </a:ln>
            <a:effectLst/>
          </p:spPr>
          <p:txBody>
            <a:bodyPr rtlCol="0" anchor="ctr"/>
            <a:lstStyle/>
            <a:p>
              <a:pPr algn="ctr"/>
            </a:p>
          </p:txBody>
        </p:sp>
        <p:sp>
          <p:nvSpPr>
            <p:cNvPr id="16" name="Keynote · section-heading"/>
            <p:cNvSpPr txBox="1"/>
            <p:nvPr/>
          </p:nvSpPr>
          <p:spPr>
            <a:xfrm>
              <a:off x="8242300" y="2038350"/>
              <a:ext cx="3175000" cy="215900"/>
            </a:xfrm>
            <a:prstGeom prst="rect">
              <a:avLst/>
            </a:prstGeom>
            <a:noFill/>
          </p:spPr>
          <p:txBody>
            <a:bodyPr wrap="square" anchor="t" lIns="0" rIns="0" tIns="0" bIns="0">
              <a:noAutofit/>
            </a:bodyPr>
            <a:lstStyle/>
            <a:p>
              <a:pPr algn="l">
                <a:lnSpc>
                  <a:spcPts val="1700"/>
                </a:lnSpc>
                <a:spcBef>
                  <a:spcPts val="0"/>
                </a:spcBef>
                <a:spcAft>
                  <a:spcPts val="0"/>
                </a:spcAft>
                <a:defRPr sz="1400">
                  <a:latin typeface="SF Pro Text"/>
                </a:defRPr>
              </a:pPr>
              <a:r>
                <a:rPr sz="1400" b="1" i="0">
                  <a:solidFill>
                    <a:srgbClr val="3C3C3E"/>
                  </a:solidFill>
                  <a:latin typeface="SF Pro Text"/>
                </a:rPr>
                <a:t>Keynote</a:t>
              </a:r>
            </a:p>
          </p:txBody>
        </p:sp>
        <p:sp>
          <p:nvSpPr>
            <p:cNvPr id="17" name="Keynote · caption"/>
            <p:cNvSpPr txBox="1"/>
            <p:nvPr/>
          </p:nvSpPr>
          <p:spPr>
            <a:xfrm>
              <a:off x="8242300" y="2336800"/>
              <a:ext cx="3175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Import limitation</a:t>
              </a:r>
            </a:p>
          </p:txBody>
        </p:sp>
        <p:graphicFrame>
          <p:nvGraphicFramePr>
            <p:cNvPr id="18" name="Keynote · renderer-table"/>
            <p:cNvGraphicFramePr>
              <a:graphicFrameLocks noGrp="1"/>
            </p:cNvGraphicFramePr>
            <p:nvPr/>
          </p:nvGraphicFramePr>
          <p:xfrm>
            <a:off x="8242300" y="3505200"/>
            <a:ext cx="3175000" cy="1155700"/>
          </p:xfrm>
          <a:graphic>
            <a:graphicData uri="http://schemas.openxmlformats.org/drawingml/2006/table">
              <a:tbl>
                <a:tblPr firstRow="1">
                  <a:tableStyleId>{5C22544A-7EE6-4342-B048-85BDC9FD1C3A}</a:tableStyleId>
                </a:tblPr>
                <a:tblGrid>
                  <a:gridCol w="1206500"/>
                  <a:gridCol w="1968500"/>
                </a:tblGrid>
                <a:tr h="384175">
                  <a:tc>
                    <a: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3C3C3E"/>
                            </a:solidFill>
                            <a:latin typeface="SF Pro Text"/>
                          </a:rPr>
                          <a:t>Role</a:t>
                        </a:r>
                      </a:p>
                    </a:txBody>
                    <a:tcPr marT="76200" marR="76200" marB="101600" marL="762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3C3C3E"/>
                            </a:solidFill>
                            <a:latin typeface="SF Pro Text"/>
                          </a:rPr>
                          <a:t>Import unverified</a:t>
                        </a:r>
                      </a:p>
                    </a:txBody>
                    <a:tcPr marT="76200" marR="76200" marB="101600" marL="76200" anchor="t">
                      <a:lnL w="0">
                        <a:noFill/>
                      </a:lnL>
                      <a:lnR w="0">
                        <a:noFill/>
                      </a:lnR>
                      <a:lnT w="0">
                        <a:noFill/>
                      </a:lnT>
                      <a:lnB w="6350">
                        <a:solidFill>
                          <a:srgbClr val="D2D2D7"/>
                        </a:solidFill>
                        <a:prstDash val="solid"/>
                      </a:lnB>
                      <a:solidFill>
                        <a:srgbClr val="FFFFFF"/>
                      </a:solidFill>
                    </a:tcPr>
                  </a:tc>
                </a:tr>
                <a:tr h="387350">
                  <a:tc>
                    <a: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3C3C3E"/>
                            </a:solidFill>
                            <a:latin typeface="SF Pro Text"/>
                          </a:rPr>
                          <a:t>Script import</a:t>
                        </a:r>
                      </a:p>
                    </a:txBody>
                    <a:tcPr marT="76200" marR="76200" marB="101600" marL="762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3C3C3E"/>
                            </a:solidFill>
                            <a:latin typeface="SF Pro Text"/>
                          </a:rPr>
                          <a:t>Fails on this Mac</a:t>
                        </a:r>
                      </a:p>
                    </a:txBody>
                    <a:tcPr marT="76200" marR="76200" marB="101600" marL="76200" anchor="t">
                      <a:lnL w="0">
                        <a:noFill/>
                      </a:lnL>
                      <a:lnR w="0">
                        <a:noFill/>
                      </a:lnR>
                      <a:lnT w="0">
                        <a:noFill/>
                      </a:lnT>
                      <a:lnB w="6350">
                        <a:solidFill>
                          <a:srgbClr val="D2D2D7"/>
                        </a:solidFill>
                        <a:prstDash val="solid"/>
                      </a:lnB>
                      <a:solidFill>
                        <a:srgbClr val="FFFFFF"/>
                      </a:solidFill>
                    </a:tcPr>
                  </a:tc>
                </a:tr>
                <a:tr h="384175">
                  <a:tc>
                    <a: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3C3C3E"/>
                            </a:solidFill>
                            <a:latin typeface="SF Pro Text"/>
                          </a:rPr>
                          <a:t>Manual import</a:t>
                        </a:r>
                      </a:p>
                    </a:txBody>
                    <a:tcPr marT="76200" marR="76200" marB="101600" marL="76200" anchor="t">
                      <a:lnL w="0">
                        <a:noFill/>
                      </a:lnL>
                      <a:lnR w="0">
                        <a:noFill/>
                      </a:lnR>
                      <a:lnT w="0">
                        <a:noFill/>
                      </a:lnT>
                      <a:lnB w="0">
                        <a:noFill/>
                      </a:lnB>
                      <a:solidFill>
                        <a:srgbClr val="FFFFFF"/>
                      </a:solidFill>
                    </a:tcPr>
                  </a:tc>
                  <a:tc>
                    <a: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3C3C3E"/>
                            </a:solidFill>
                            <a:latin typeface="SF Pro Text"/>
                          </a:rPr>
                          <a:t>Unverified</a:t>
                        </a:r>
                      </a:p>
                    </a:txBody>
                    <a:tcPr marT="76200" marR="76200" marB="101600" marL="76200" anchor="t">
                      <a:lnL w="0">
                        <a:noFill/>
                      </a:lnL>
                      <a:lnR w="0">
                        <a:noFill/>
                      </a:lnR>
                      <a:lnT w="0">
                        <a:noFill/>
                      </a:lnT>
                      <a:lnB w="0">
                        <a:noFill/>
                      </a:lnB>
                      <a:solidFill>
                        <a:srgbClr val="FFFFFF"/>
                      </a:solidFill>
                    </a:tcPr>
                  </a:tc>
                </a:tr>
              </a:tbl>
            </a:graphicData>
          </a:graphic>
        </p:graphicFrame>
      </p:grpSp>
      <p:sp>
        <p:nvSpPr>
          <p:cNvPr id="19" name="footer footer-source"/>
          <p:cNvSpPr txBox="1"/>
          <p:nvPr/>
        </p:nvSpPr>
        <p:spPr>
          <a:xfrm>
            <a:off x="571500" y="6483350"/>
            <a:ext cx="8445500" cy="1651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0" i="0">
                <a:solidFill>
                  <a:srgbClr val="6E6E73"/>
                </a:solidFill>
                <a:latin typeface="SF Pro Text"/>
              </a:rPr>
              <a:t>Source: Report Slides skill · approved catalogue input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peer-columns · numbered-needs">
    <p:bg>
      <p:bgPr>
        <a:solidFill>
          <a:srgbClr val="F3F2F5"/>
        </a:solidFill>
        <a:effectLst/>
      </p:bgPr>
    </p:bg>
    <p:spTree>
      <p:nvGrpSpPr>
        <p:cNvPr id="1" name=""/>
        <p:cNvGrpSpPr/>
        <p:nvPr/>
      </p:nvGrpSpPr>
      <p:grpSpPr/>
      <p:sp>
        <p:nvSpPr>
          <p:cNvPr id="2" name="headline"/>
          <p:cNvSpPr>
            <a:spLocks noGrp="1"/>
          </p:cNvSpPr>
          <p:nvPr>
            <p:ph type="title"/>
          </p:nvPr>
        </p:nvSpPr>
        <p:spPr>
          <a:xfrm>
            <a:off x="571500" y="679450"/>
            <a:ext cx="11049000" cy="520700"/>
          </a:xfrm>
        </p:spPr>
        <p:txBody>
          <a:bodyPr wrap="square" anchor="t" lIns="0" rIns="0" tIns="0" bIns="0">
            <a:noAutofit/>
          </a:bodyPr>
          <a:lstStyle/>
          <a:p>
            <a:pPr algn="l">
              <a:lnSpc>
                <a:spcPts val="3900"/>
              </a:lnSpc>
              <a:spcBef>
                <a:spcPts val="0"/>
              </a:spcBef>
              <a:spcAft>
                <a:spcPts val="0"/>
              </a:spcAft>
              <a:defRPr sz="3400">
                <a:latin typeface="SF Pro Display"/>
              </a:defRPr>
            </a:pPr>
            <a:r>
              <a:rPr sz="3400" b="1" i="0">
                <a:solidFill>
                  <a:srgbClr val="3C3C3E"/>
                </a:solidFill>
                <a:latin typeface="SF Pro Display"/>
              </a:rPr>
              <a:t>Ask in plain words, get an editable deck</a:t>
            </a:r>
          </a:p>
        </p:txBody>
      </p:sp>
      <p:sp>
        <p:nvSpPr>
          <p:cNvPr id="3" name="eyebrow"/>
          <p:cNvSpPr txBox="1"/>
          <p:nvPr/>
        </p:nvSpPr>
        <p:spPr>
          <a:xfrm>
            <a:off x="571500" y="368300"/>
            <a:ext cx="11049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Report Slides skill | </a:t>
            </a:r>
            <a:r>
              <a:rPr sz="1000" b="0" i="0">
                <a:solidFill>
                  <a:srgbClr val="3C3C3E"/>
                </a:solidFill>
                <a:latin typeface="SF Pro Text"/>
              </a:rPr>
              <a:t>How to use</a:t>
            </a:r>
          </a:p>
        </p:txBody>
      </p:sp>
      <p:grpSp>
        <p:nvGrpSpPr>
          <p:cNvPr id="4" name="Install once"/>
          <p:cNvGrpSpPr/>
          <p:nvPr/>
        </p:nvGrpSpPr>
        <p:grpSpPr>
          <a:xfrm>
            <a:off x="571500" y="1714500"/>
            <a:ext cx="2647950" cy="4203700"/>
            <a:chOff x="571500" y="1714500"/>
            <a:chExt cx="2647950" cy="4203700"/>
          </a:xfrm>
        </p:grpSpPr>
        <p:sp>
          <p:nvSpPr>
            <p:cNvPr id="5" name="Install once · identity-rule"/>
            <p:cNvSpPr/>
            <p:nvPr/>
          </p:nvSpPr>
          <p:spPr>
            <a:xfrm>
              <a:off x="571500" y="1714500"/>
              <a:ext cx="2647950" cy="38100"/>
            </a:xfrm>
            <a:prstGeom prst="rect">
              <a:avLst/>
            </a:prstGeom>
            <a:solidFill>
              <a:srgbClr val="D2D2D7"/>
            </a:solidFill>
            <a:ln>
              <a:noFill/>
            </a:ln>
            <a:effectLst/>
          </p:spPr>
          <p:txBody>
            <a:bodyPr rtlCol="0" anchor="ctr"/>
            <a:lstStyle/>
            <a:p>
              <a:pPr algn="ctr"/>
            </a:p>
          </p:txBody>
        </p:sp>
        <p:sp>
          <p:nvSpPr>
            <p:cNvPr id="6" name="Install once · value step-number"/>
            <p:cNvSpPr txBox="1"/>
            <p:nvPr/>
          </p:nvSpPr>
          <p:spPr>
            <a:xfrm>
              <a:off x="774700" y="1905000"/>
              <a:ext cx="2241550" cy="304800"/>
            </a:xfrm>
            <a:prstGeom prst="rect">
              <a:avLst/>
            </a:prstGeom>
            <a:noFill/>
          </p:spPr>
          <p:txBody>
            <a:bodyPr wrap="none" anchor="t" lIns="0" rIns="0" tIns="0" bIns="0">
              <a:noAutofit/>
            </a:bodyPr>
            <a:lstStyle/>
            <a:p>
              <a:pPr algn="l">
                <a:lnSpc>
                  <a:spcPts val="2400"/>
                </a:lnSpc>
                <a:spcBef>
                  <a:spcPts val="0"/>
                </a:spcBef>
                <a:spcAft>
                  <a:spcPts val="0"/>
                </a:spcAft>
                <a:defRPr sz="2000">
                  <a:latin typeface="SF Pro Display"/>
                </a:defRPr>
              </a:pPr>
              <a:r>
                <a:rPr sz="2000" b="1" i="0">
                  <a:solidFill>
                    <a:srgbClr val="3C3C3E"/>
                  </a:solidFill>
                  <a:latin typeface="SF Pro Display"/>
                </a:rPr>
                <a:t>1</a:t>
              </a:r>
            </a:p>
          </p:txBody>
        </p:sp>
        <p:sp>
          <p:nvSpPr>
            <p:cNvPr id="7" name="Install once · section-heading step-title"/>
            <p:cNvSpPr txBox="1"/>
            <p:nvPr/>
          </p:nvSpPr>
          <p:spPr>
            <a:xfrm>
              <a:off x="774700" y="2330450"/>
              <a:ext cx="2241550" cy="215900"/>
            </a:xfrm>
            <a:prstGeom prst="rect">
              <a:avLst/>
            </a:prstGeom>
            <a:noFill/>
          </p:spPr>
          <p:txBody>
            <a:bodyPr wrap="square" anchor="t" lIns="0" rIns="0" tIns="0" bIns="0">
              <a:noAutofit/>
            </a:bodyPr>
            <a:lstStyle/>
            <a:p>
              <a:pPr algn="l">
                <a:lnSpc>
                  <a:spcPts val="1700"/>
                </a:lnSpc>
                <a:spcBef>
                  <a:spcPts val="0"/>
                </a:spcBef>
                <a:spcAft>
                  <a:spcPts val="0"/>
                </a:spcAft>
                <a:defRPr sz="1400">
                  <a:latin typeface="SF Pro Text"/>
                </a:defRPr>
              </a:pPr>
              <a:r>
                <a:rPr sz="1400" b="1" i="0">
                  <a:solidFill>
                    <a:srgbClr val="3C3C3E"/>
                  </a:solidFill>
                  <a:latin typeface="SF Pro Text"/>
                </a:rPr>
                <a:t>Install once.</a:t>
              </a:r>
            </a:p>
          </p:txBody>
        </p:sp>
        <p:graphicFrame>
          <p:nvGraphicFramePr>
            <p:cNvPr id="8" name="Install once · Installation requirements"/>
            <p:cNvGraphicFramePr>
              <a:graphicFrameLocks noGrp="1"/>
            </p:cNvGraphicFramePr>
            <p:nvPr/>
          </p:nvGraphicFramePr>
          <p:xfrm>
            <a:off x="774700" y="2832100"/>
            <a:ext cx="2241550" cy="1092200"/>
          </p:xfrm>
          <a:graphic>
            <a:graphicData uri="http://schemas.openxmlformats.org/drawingml/2006/table">
              <a:tbl>
                <a:tblPr firstRow="1">
                  <a:tableStyleId>{5C22544A-7EE6-4342-B048-85BDC9FD1C3A}</a:tableStyleId>
                </a:tblPr>
                <a:tblGrid>
                  <a:gridCol w="1333500"/>
                  <a:gridCol w="908050"/>
                </a:tblGrid>
                <a:tr h="663575">
                  <a:tc>
                    <a:txBody>
                      <a:bodyPr wrap="square" anchor="t" lIns="0" rIns="0" tIns="0" bIns="0">
                        <a:noAutofit/>
                      </a:bodyPr>
                      <a:lstStyle/>
                      <a:p>
                        <a:pPr algn="l">
                          <a:lnSpc>
                            <a:spcPts val="2000"/>
                          </a:lnSpc>
                          <a:spcBef>
                            <a:spcPts val="0"/>
                          </a:spcBef>
                          <a:spcAft>
                            <a:spcPts val="0"/>
                          </a:spcAft>
                          <a:defRPr sz="1100">
                            <a:latin typeface="SF Pro Text"/>
                          </a:defRPr>
                        </a:pPr>
                        <a:r>
                          <a:rPr sz="900" b="1" i="0">
                            <a:solidFill>
                              <a:srgbClr val="6E6E73"/>
                            </a:solidFill>
                            <a:latin typeface="SF Pro Text"/>
                          </a:rPr>
                          <a:t>LINKS</a:t>
                        </a:r>
                      </a:p>
                      <a:p>
                        <a:pPr algn="l">
                          <a:lnSpc>
                            <a:spcPts val="2000"/>
                          </a:lnSpc>
                          <a:spcBef>
                            <a:spcPts val="0"/>
                          </a:spcBef>
                          <a:spcAft>
                            <a:spcPts val="0"/>
                          </a:spcAft>
                          <a:defRPr sz="1100">
                            <a:latin typeface="SF Pro Text"/>
                          </a:defRPr>
                        </a:pPr>
                        <a:r>
                          <a:rPr sz="1100" b="0" i="0">
                            <a:solidFill>
                              <a:srgbClr val="3C3C3E"/>
                            </a:solidFill>
                            <a:latin typeface="SF Pro Text"/>
                          </a:rPr>
                          <a:t>Claude, Codex</a:t>
                        </a:r>
                      </a:p>
                    </a:txBody>
                    <a:tcPr marT="19050" marR="0" marB="76200" marL="0" anchor="ctr">
                      <a:lnL w="0">
                        <a:noFill/>
                      </a:lnL>
                      <a:lnR w="0">
                        <a:noFill/>
                      </a:lnR>
                      <a:lnT w="0">
                        <a:noFill/>
                      </a:lnT>
                      <a:lnB w="6350">
                        <a:solidFill>
                          <a:srgbClr val="D2D2D7"/>
                        </a:solidFill>
                        <a:prstDash val="solid"/>
                      </a:lnB>
                      <a:noFill/>
                    </a:tcPr>
                  </a:tc>
                  <a:tc>
                    <a:txBody>
                      <a:bodyPr wrap="square" anchor="t" lIns="0" rIns="0" tIns="0" bIns="0">
                        <a:noAutofit/>
                      </a:bodyPr>
                      <a:lstStyle/>
                      <a:p>
                        <a:pPr algn="r">
                          <a:lnSpc>
                            <a:spcPts val="2000"/>
                          </a:lnSpc>
                          <a:spcBef>
                            <a:spcPts val="0"/>
                          </a:spcBef>
                          <a:spcAft>
                            <a:spcPts val="0"/>
                          </a:spcAft>
                          <a:defRPr sz="1100">
                            <a:latin typeface="SF Pro Text"/>
                          </a:defRPr>
                        </a:pPr>
                        <a:r>
                          <a:rPr sz="1600" b="1" i="0">
                            <a:solidFill>
                              <a:srgbClr val="3C3C3E"/>
                            </a:solidFill>
                            <a:latin typeface="SF Pro Display"/>
                          </a:rPr>
                          <a:t>2</a:t>
                        </a:r>
                      </a:p>
                    </a:txBody>
                    <a:tcPr marT="19050" marR="0" marB="76200" marL="0" anchor="ctr">
                      <a:lnL w="0">
                        <a:noFill/>
                      </a:lnL>
                      <a:lnR w="0">
                        <a:noFill/>
                      </a:lnR>
                      <a:lnT w="0">
                        <a:noFill/>
                      </a:lnT>
                      <a:lnB w="6350">
                        <a:solidFill>
                          <a:srgbClr val="D2D2D7"/>
                        </a:solidFill>
                        <a:prstDash val="solid"/>
                      </a:lnB>
                      <a:noFill/>
                    </a:tcPr>
                  </a:tc>
                </a:tr>
                <a:tr h="428625">
                  <a:tc>
                    <a:txBody>
                      <a:bodyPr wrap="square" anchor="t" lIns="0" rIns="0" tIns="0" bIns="0">
                        <a:noAutofit/>
                      </a:bodyPr>
                      <a:lstStyle/>
                      <a:p>
                        <a:pPr algn="l">
                          <a:lnSpc>
                            <a:spcPts val="2000"/>
                          </a:lnSpc>
                          <a:spcBef>
                            <a:spcPts val="0"/>
                          </a:spcBef>
                          <a:spcAft>
                            <a:spcPts val="0"/>
                          </a:spcAft>
                          <a:defRPr sz="1100">
                            <a:latin typeface="SF Pro Text"/>
                          </a:defRPr>
                        </a:pPr>
                        <a:r>
                          <a:rPr sz="900" b="1" i="0">
                            <a:solidFill>
                              <a:srgbClr val="6E6E73"/>
                            </a:solidFill>
                            <a:latin typeface="SF Pro Text"/>
                          </a:rPr>
                          <a:t>PYTHON</a:t>
                        </a:r>
                      </a:p>
                    </a:txBody>
                    <a:tcPr marT="19050" marR="0" marB="76200" marL="0" anchor="ctr">
                      <a:lnL w="0">
                        <a:noFill/>
                      </a:lnL>
                      <a:lnR w="0">
                        <a:noFill/>
                      </a:lnR>
                      <a:lnT w="0">
                        <a:noFill/>
                      </a:lnT>
                      <a:lnB w="0">
                        <a:noFill/>
                      </a:lnB>
                      <a:noFill/>
                    </a:tcPr>
                  </a:tc>
                  <a:tc>
                    <a:txBody>
                      <a:bodyPr wrap="square" anchor="t" lIns="0" rIns="0" tIns="0" bIns="0">
                        <a:noAutofit/>
                      </a:bodyPr>
                      <a:lstStyle/>
                      <a:p>
                        <a:pPr algn="r">
                          <a:lnSpc>
                            <a:spcPts val="2000"/>
                          </a:lnSpc>
                          <a:spcBef>
                            <a:spcPts val="0"/>
                          </a:spcBef>
                          <a:spcAft>
                            <a:spcPts val="0"/>
                          </a:spcAft>
                          <a:defRPr sz="1100">
                            <a:latin typeface="SF Pro Text"/>
                          </a:defRPr>
                        </a:pPr>
                        <a:r>
                          <a:rPr sz="1600" b="1" i="0">
                            <a:solidFill>
                              <a:srgbClr val="3C3C3E"/>
                            </a:solidFill>
                            <a:latin typeface="SF Pro Display"/>
                          </a:rPr>
                          <a:t>≥3.10</a:t>
                        </a:r>
                      </a:p>
                    </a:txBody>
                    <a:tcPr marT="19050" marR="0" marB="76200" marL="0" anchor="ctr">
                      <a:lnL w="0">
                        <a:noFill/>
                      </a:lnL>
                      <a:lnR w="0">
                        <a:noFill/>
                      </a:lnR>
                      <a:lnT w="0">
                        <a:noFill/>
                      </a:lnT>
                      <a:lnB w="0">
                        <a:noFill/>
                      </a:lnB>
                      <a:noFill/>
                    </a:tcPr>
                  </a:tc>
                </a:tr>
              </a:tbl>
            </a:graphicData>
          </a:graphic>
        </p:graphicFrame>
        <p:sp>
          <p:nvSpPr>
            <p:cNvPr id="9" name="Install once · need"/>
            <p:cNvSpPr txBox="1"/>
            <p:nvPr/>
          </p:nvSpPr>
          <p:spPr>
            <a:xfrm>
              <a:off x="774700" y="5562600"/>
              <a:ext cx="2241550" cy="3556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You need: Mac, SF Pro, Chrome, PowerPoint.</a:t>
              </a:r>
            </a:p>
          </p:txBody>
        </p:sp>
      </p:grpSp>
      <p:grpSp>
        <p:nvGrpSpPr>
          <p:cNvPr id="10" name="Ask"/>
          <p:cNvGrpSpPr/>
          <p:nvPr/>
        </p:nvGrpSpPr>
        <p:grpSpPr>
          <a:xfrm>
            <a:off x="3371850" y="1714500"/>
            <a:ext cx="2647950" cy="4025900"/>
            <a:chOff x="3371850" y="1714500"/>
            <a:chExt cx="2647950" cy="4025900"/>
          </a:xfrm>
        </p:grpSpPr>
        <p:sp>
          <p:nvSpPr>
            <p:cNvPr id="11" name="Ask · identity-rule"/>
            <p:cNvSpPr/>
            <p:nvPr/>
          </p:nvSpPr>
          <p:spPr>
            <a:xfrm>
              <a:off x="3371850" y="1714500"/>
              <a:ext cx="2647950" cy="38100"/>
            </a:xfrm>
            <a:prstGeom prst="rect">
              <a:avLst/>
            </a:prstGeom>
            <a:solidFill>
              <a:srgbClr val="D2D2D7"/>
            </a:solidFill>
            <a:ln>
              <a:noFill/>
            </a:ln>
            <a:effectLst/>
          </p:spPr>
          <p:txBody>
            <a:bodyPr rtlCol="0" anchor="ctr"/>
            <a:lstStyle/>
            <a:p>
              <a:pPr algn="ctr"/>
            </a:p>
          </p:txBody>
        </p:sp>
        <p:sp>
          <p:nvSpPr>
            <p:cNvPr id="12" name="Ask · value step-number"/>
            <p:cNvSpPr txBox="1"/>
            <p:nvPr/>
          </p:nvSpPr>
          <p:spPr>
            <a:xfrm>
              <a:off x="3575050" y="1905000"/>
              <a:ext cx="2241550" cy="304800"/>
            </a:xfrm>
            <a:prstGeom prst="rect">
              <a:avLst/>
            </a:prstGeom>
            <a:noFill/>
          </p:spPr>
          <p:txBody>
            <a:bodyPr wrap="none" anchor="t" lIns="0" rIns="0" tIns="0" bIns="0">
              <a:noAutofit/>
            </a:bodyPr>
            <a:lstStyle/>
            <a:p>
              <a:pPr algn="l">
                <a:lnSpc>
                  <a:spcPts val="2400"/>
                </a:lnSpc>
                <a:spcBef>
                  <a:spcPts val="0"/>
                </a:spcBef>
                <a:spcAft>
                  <a:spcPts val="0"/>
                </a:spcAft>
                <a:defRPr sz="2000">
                  <a:latin typeface="SF Pro Display"/>
                </a:defRPr>
              </a:pPr>
              <a:r>
                <a:rPr sz="2000" b="1" i="0">
                  <a:solidFill>
                    <a:srgbClr val="3C3C3E"/>
                  </a:solidFill>
                  <a:latin typeface="SF Pro Display"/>
                </a:rPr>
                <a:t>2</a:t>
              </a:r>
            </a:p>
          </p:txBody>
        </p:sp>
        <p:sp>
          <p:nvSpPr>
            <p:cNvPr id="13" name="Ask · section-heading step-title"/>
            <p:cNvSpPr txBox="1"/>
            <p:nvPr/>
          </p:nvSpPr>
          <p:spPr>
            <a:xfrm>
              <a:off x="3575050" y="2330450"/>
              <a:ext cx="2241550" cy="215900"/>
            </a:xfrm>
            <a:prstGeom prst="rect">
              <a:avLst/>
            </a:prstGeom>
            <a:noFill/>
          </p:spPr>
          <p:txBody>
            <a:bodyPr wrap="square" anchor="t" lIns="0" rIns="0" tIns="0" bIns="0">
              <a:noAutofit/>
            </a:bodyPr>
            <a:lstStyle/>
            <a:p>
              <a:pPr algn="l">
                <a:lnSpc>
                  <a:spcPts val="1700"/>
                </a:lnSpc>
                <a:spcBef>
                  <a:spcPts val="0"/>
                </a:spcBef>
                <a:spcAft>
                  <a:spcPts val="0"/>
                </a:spcAft>
                <a:defRPr sz="1400">
                  <a:latin typeface="SF Pro Text"/>
                </a:defRPr>
              </a:pPr>
              <a:r>
                <a:rPr sz="1400" b="1" i="0">
                  <a:solidFill>
                    <a:srgbClr val="3C3C3E"/>
                  </a:solidFill>
                  <a:latin typeface="SF Pro Text"/>
                </a:rPr>
                <a:t>Ask.</a:t>
              </a:r>
            </a:p>
          </p:txBody>
        </p:sp>
        <p:sp>
          <p:nvSpPr>
            <p:cNvPr id="14" name="Ask · label"/>
            <p:cNvSpPr txBox="1"/>
            <p:nvPr/>
          </p:nvSpPr>
          <p:spPr>
            <a:xfrm>
              <a:off x="3575050" y="2825750"/>
              <a:ext cx="224155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PROMPT</a:t>
              </a:r>
            </a:p>
          </p:txBody>
        </p:sp>
        <p:sp>
          <p:nvSpPr>
            <p:cNvPr id="15" name="Ask · text"/>
            <p:cNvSpPr txBox="1"/>
            <p:nvPr/>
          </p:nvSpPr>
          <p:spPr>
            <a:xfrm>
              <a:off x="3575050" y="3079750"/>
              <a:ext cx="2241550" cy="355600"/>
            </a:xfrm>
            <a:prstGeom prst="rect">
              <a:avLst/>
            </a:prstGeom>
            <a:noFill/>
          </p:spPr>
          <p: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“Make a management deck from this report”</a:t>
              </a:r>
            </a:p>
          </p:txBody>
        </p:sp>
        <p:graphicFrame>
          <p:nvGraphicFramePr>
            <p:cNvPr id="16" name="Ask · Request inputs"/>
            <p:cNvGraphicFramePr>
              <a:graphicFrameLocks noGrp="1"/>
            </p:cNvGraphicFramePr>
            <p:nvPr/>
          </p:nvGraphicFramePr>
          <p:xfrm>
            <a:off x="3575050" y="3695700"/>
            <a:ext cx="2241550" cy="1073150"/>
          </p:xfrm>
          <a:graphic>
            <a:graphicData uri="http://schemas.openxmlformats.org/drawingml/2006/table">
              <a:tbl>
                <a:tblPr firstRow="1">
                  <a:tableStyleId>{5C22544A-7EE6-4342-B048-85BDC9FD1C3A}</a:tableStyleId>
                </a:tblPr>
                <a:tblGrid>
                  <a:gridCol w="1162050"/>
                  <a:gridCol w="1079500"/>
                </a:tblGrid>
                <a:tr h="663575">
                  <a:tc>
                    <a:txBody>
                      <a:bodyPr wrap="square" anchor="t" lIns="0" rIns="0" tIns="0" bIns="0">
                        <a:noAutofit/>
                      </a:bodyPr>
                      <a:lstStyle/>
                      <a:p>
                        <a:pPr algn="l">
                          <a:lnSpc>
                            <a:spcPts val="2000"/>
                          </a:lnSpc>
                          <a:spcBef>
                            <a:spcPts val="0"/>
                          </a:spcBef>
                          <a:spcAft>
                            <a:spcPts val="0"/>
                          </a:spcAft>
                          <a:defRPr sz="1100">
                            <a:latin typeface="SF Pro Text"/>
                          </a:defRPr>
                        </a:pPr>
                        <a:r>
                          <a:rPr sz="900" b="1" i="0">
                            <a:solidFill>
                              <a:srgbClr val="6E6E73"/>
                            </a:solidFill>
                            <a:latin typeface="SF Pro Text"/>
                          </a:rPr>
                          <a:t>INPUTS</a:t>
                        </a:r>
                      </a:p>
                      <a:p>
                        <a:pPr algn="l">
                          <a:lnSpc>
                            <a:spcPts val="2000"/>
                          </a:lnSpc>
                          <a:spcBef>
                            <a:spcPts val="0"/>
                          </a:spcBef>
                          <a:spcAft>
                            <a:spcPts val="0"/>
                          </a:spcAft>
                          <a:defRPr sz="1100">
                            <a:latin typeface="SF Pro Text"/>
                          </a:defRPr>
                        </a:pPr>
                        <a:r>
                          <a:rPr sz="1100" b="0" i="0">
                            <a:solidFill>
                              <a:srgbClr val="3C3C3E"/>
                            </a:solidFill>
                            <a:latin typeface="SF Pro Text"/>
                          </a:rPr>
                          <a:t>types</a:t>
                        </a:r>
                      </a:p>
                    </a:txBody>
                    <a:tcPr marT="19050" marR="0" marB="76200" marL="0" anchor="ctr">
                      <a:lnL w="0">
                        <a:noFill/>
                      </a:lnL>
                      <a:lnR w="0">
                        <a:noFill/>
                      </a:lnR>
                      <a:lnT w="0">
                        <a:noFill/>
                      </a:lnT>
                      <a:lnB w="6350">
                        <a:solidFill>
                          <a:srgbClr val="D2D2D7"/>
                        </a:solidFill>
                        <a:prstDash val="solid"/>
                      </a:lnB>
                      <a:noFill/>
                    </a:tcPr>
                  </a:tc>
                  <a:tc>
                    <a:txBody>
                      <a:bodyPr wrap="square" anchor="t" lIns="0" rIns="0" tIns="0" bIns="0">
                        <a:noAutofit/>
                      </a:bodyPr>
                      <a:lstStyle/>
                      <a:p>
                        <a:pPr algn="r">
                          <a:lnSpc>
                            <a:spcPts val="2000"/>
                          </a:lnSpc>
                          <a:spcBef>
                            <a:spcPts val="0"/>
                          </a:spcBef>
                          <a:spcAft>
                            <a:spcPts val="0"/>
                          </a:spcAft>
                          <a:defRPr sz="1100">
                            <a:latin typeface="SF Pro Text"/>
                          </a:defRPr>
                        </a:pPr>
                        <a:r>
                          <a:rPr sz="1600" b="1" i="0">
                            <a:solidFill>
                              <a:srgbClr val="3C3C3E"/>
                            </a:solidFill>
                            <a:latin typeface="SF Pro Display"/>
                          </a:rPr>
                          <a:t>4</a:t>
                        </a:r>
                      </a:p>
                    </a:txBody>
                    <a:tcPr marT="19050" marR="0" marB="76200" marL="0" anchor="ctr">
                      <a:lnL w="0">
                        <a:noFill/>
                      </a:lnL>
                      <a:lnR w="0">
                        <a:noFill/>
                      </a:lnR>
                      <a:lnT w="0">
                        <a:noFill/>
                      </a:lnT>
                      <a:lnB w="6350">
                        <a:solidFill>
                          <a:srgbClr val="D2D2D7"/>
                        </a:solidFill>
                        <a:prstDash val="solid"/>
                      </a:lnB>
                      <a:noFill/>
                    </a:tcPr>
                  </a:tc>
                </a:tr>
                <a:tr h="409575">
                  <a:tc>
                    <a:txBody>
                      <a:bodyPr wrap="square" anchor="t" lIns="0" rIns="0" tIns="0" bIns="0">
                        <a:noAutofit/>
                      </a:bodyPr>
                      <a:lstStyle/>
                      <a:p>
                        <a:pPr algn="l">
                          <a:lnSpc>
                            <a:spcPts val="2000"/>
                          </a:lnSpc>
                          <a:spcBef>
                            <a:spcPts val="0"/>
                          </a:spcBef>
                          <a:spcAft>
                            <a:spcPts val="0"/>
                          </a:spcAft>
                          <a:defRPr sz="1100">
                            <a:latin typeface="SF Pro Text"/>
                          </a:defRPr>
                        </a:pPr>
                        <a:r>
                          <a:rPr sz="900" b="1" i="0">
                            <a:solidFill>
                              <a:srgbClr val="6E6E73"/>
                            </a:solidFill>
                            <a:latin typeface="SF Pro Text"/>
                          </a:rPr>
                          <a:t>FOOTER MARK</a:t>
                        </a:r>
                      </a:p>
                    </a:txBody>
                    <a:tcPr marT="19050" marR="0" marB="76200" marL="0" anchor="ctr">
                      <a:lnL w="0">
                        <a:noFill/>
                      </a:lnL>
                      <a:lnR w="0">
                        <a:noFill/>
                      </a:lnR>
                      <a:lnT w="0">
                        <a:noFill/>
                      </a:lnT>
                      <a:lnB w="0">
                        <a:noFill/>
                      </a:lnB>
                      <a:noFill/>
                    </a:tcPr>
                  </a:tc>
                  <a:tc>
                    <a:txBody>
                      <a:bodyPr wrap="square" anchor="t" lIns="0" rIns="0" tIns="0" bIns="0">
                        <a:noAutofit/>
                      </a:bodyPr>
                      <a:lstStyle/>
                      <a:p>
                        <a:pPr algn="r">
                          <a:lnSpc>
                            <a:spcPts val="2000"/>
                          </a:lnSpc>
                          <a:spcBef>
                            <a:spcPts val="0"/>
                          </a:spcBef>
                          <a:spcAft>
                            <a:spcPts val="0"/>
                          </a:spcAft>
                          <a:defRPr sz="1100">
                            <a:latin typeface="SF Pro Text"/>
                          </a:defRPr>
                        </a:pPr>
                        <a:r>
                          <a:rPr sz="1100" b="0" i="0">
                            <a:solidFill>
                              <a:srgbClr val="3C3C3E"/>
                            </a:solidFill>
                            <a:latin typeface="SF Pro Text"/>
                          </a:rPr>
                          <a:t>copied verbatim</a:t>
                        </a:r>
                      </a:p>
                    </a:txBody>
                    <a:tcPr marT="19050" marR="0" marB="76200" marL="0" anchor="ctr">
                      <a:lnL w="0">
                        <a:noFill/>
                      </a:lnL>
                      <a:lnR w="0">
                        <a:noFill/>
                      </a:lnR>
                      <a:lnT w="0">
                        <a:noFill/>
                      </a:lnT>
                      <a:lnB w="0">
                        <a:noFill/>
                      </a:lnB>
                      <a:noFill/>
                    </a:tcPr>
                  </a:tc>
                </a:tr>
              </a:tbl>
            </a:graphicData>
          </a:graphic>
        </p:graphicFrame>
        <p:sp>
          <p:nvSpPr>
            <p:cNvPr id="17" name="Ask · need"/>
            <p:cNvSpPr txBox="1"/>
            <p:nvPr/>
          </p:nvSpPr>
          <p:spPr>
            <a:xfrm>
              <a:off x="3575050" y="5562600"/>
              <a:ext cx="224155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You need: report and classification.</a:t>
              </a:r>
            </a:p>
          </p:txBody>
        </p:sp>
      </p:grpSp>
      <p:grpSp>
        <p:nvGrpSpPr>
          <p:cNvPr id="18" name="Check the outline"/>
          <p:cNvGrpSpPr/>
          <p:nvPr/>
        </p:nvGrpSpPr>
        <p:grpSpPr>
          <a:xfrm>
            <a:off x="6172200" y="1714500"/>
            <a:ext cx="2647950" cy="4025900"/>
            <a:chOff x="6172200" y="1714500"/>
            <a:chExt cx="2647950" cy="4025900"/>
          </a:xfrm>
        </p:grpSpPr>
        <p:sp>
          <p:nvSpPr>
            <p:cNvPr id="19" name="Check the outline · identity-rule"/>
            <p:cNvSpPr/>
            <p:nvPr/>
          </p:nvSpPr>
          <p:spPr>
            <a:xfrm>
              <a:off x="6172200" y="1714500"/>
              <a:ext cx="2647950" cy="38100"/>
            </a:xfrm>
            <a:prstGeom prst="rect">
              <a:avLst/>
            </a:prstGeom>
            <a:solidFill>
              <a:srgbClr val="D2D2D7"/>
            </a:solidFill>
            <a:ln>
              <a:noFill/>
            </a:ln>
            <a:effectLst/>
          </p:spPr>
          <p:txBody>
            <a:bodyPr rtlCol="0" anchor="ctr"/>
            <a:lstStyle/>
            <a:p>
              <a:pPr algn="ctr"/>
            </a:p>
          </p:txBody>
        </p:sp>
        <p:sp>
          <p:nvSpPr>
            <p:cNvPr id="20" name="Check the outline · value step-number"/>
            <p:cNvSpPr txBox="1"/>
            <p:nvPr/>
          </p:nvSpPr>
          <p:spPr>
            <a:xfrm>
              <a:off x="6375400" y="1905000"/>
              <a:ext cx="2241550" cy="304800"/>
            </a:xfrm>
            <a:prstGeom prst="rect">
              <a:avLst/>
            </a:prstGeom>
            <a:noFill/>
          </p:spPr>
          <p:txBody>
            <a:bodyPr wrap="none" anchor="t" lIns="0" rIns="0" tIns="0" bIns="0">
              <a:noAutofit/>
            </a:bodyPr>
            <a:lstStyle/>
            <a:p>
              <a:pPr algn="l">
                <a:lnSpc>
                  <a:spcPts val="2400"/>
                </a:lnSpc>
                <a:spcBef>
                  <a:spcPts val="0"/>
                </a:spcBef>
                <a:spcAft>
                  <a:spcPts val="0"/>
                </a:spcAft>
                <a:defRPr sz="2000">
                  <a:latin typeface="SF Pro Display"/>
                </a:defRPr>
              </a:pPr>
              <a:r>
                <a:rPr sz="2000" b="1" i="0">
                  <a:solidFill>
                    <a:srgbClr val="3C3C3E"/>
                  </a:solidFill>
                  <a:latin typeface="SF Pro Display"/>
                </a:rPr>
                <a:t>3</a:t>
              </a:r>
            </a:p>
          </p:txBody>
        </p:sp>
        <p:sp>
          <p:nvSpPr>
            <p:cNvPr id="21" name="Check the outline · section-heading step-title"/>
            <p:cNvSpPr txBox="1"/>
            <p:nvPr/>
          </p:nvSpPr>
          <p:spPr>
            <a:xfrm>
              <a:off x="6375400" y="2330450"/>
              <a:ext cx="2241550" cy="215900"/>
            </a:xfrm>
            <a:prstGeom prst="rect">
              <a:avLst/>
            </a:prstGeom>
            <a:noFill/>
          </p:spPr>
          <p:txBody>
            <a:bodyPr wrap="square" anchor="t" lIns="0" rIns="0" tIns="0" bIns="0">
              <a:noAutofit/>
            </a:bodyPr>
            <a:lstStyle/>
            <a:p>
              <a:pPr algn="l">
                <a:lnSpc>
                  <a:spcPts val="1700"/>
                </a:lnSpc>
                <a:spcBef>
                  <a:spcPts val="0"/>
                </a:spcBef>
                <a:spcAft>
                  <a:spcPts val="0"/>
                </a:spcAft>
                <a:defRPr sz="1400">
                  <a:latin typeface="SF Pro Text"/>
                </a:defRPr>
              </a:pPr>
              <a:r>
                <a:rPr sz="1400" b="1" i="0">
                  <a:solidFill>
                    <a:srgbClr val="3C3C3E"/>
                  </a:solidFill>
                  <a:latin typeface="SF Pro Text"/>
                </a:rPr>
                <a:t>Check the outline.</a:t>
              </a:r>
            </a:p>
          </p:txBody>
        </p:sp>
        <p:graphicFrame>
          <p:nvGraphicFramePr>
            <p:cNvPr id="22" name="Check the outline · Outline requirements"/>
            <p:cNvGraphicFramePr>
              <a:graphicFrameLocks noGrp="1"/>
            </p:cNvGraphicFramePr>
            <p:nvPr/>
          </p:nvGraphicFramePr>
          <p:xfrm>
            <a:off x="6375400" y="2832100"/>
            <a:ext cx="2241550" cy="1758950"/>
          </p:xfrm>
          <a:graphic>
            <a:graphicData uri="http://schemas.openxmlformats.org/drawingml/2006/table">
              <a:tbl>
                <a:tblPr firstRow="1">
                  <a:tableStyleId>{5C22544A-7EE6-4342-B048-85BDC9FD1C3A}</a:tableStyleId>
                </a:tblPr>
                <a:tblGrid>
                  <a:gridCol w="1162050"/>
                  <a:gridCol w="1079500"/>
                </a:tblGrid>
                <a:tr h="663575">
                  <a:tc>
                    <a:txBody>
                      <a:bodyPr wrap="square" anchor="t" lIns="0" rIns="0" tIns="0" bIns="0">
                        <a:noAutofit/>
                      </a:bodyPr>
                      <a:lstStyle/>
                      <a:p>
                        <a:pPr algn="l">
                          <a:lnSpc>
                            <a:spcPts val="2000"/>
                          </a:lnSpc>
                          <a:spcBef>
                            <a:spcPts val="0"/>
                          </a:spcBef>
                          <a:spcAft>
                            <a:spcPts val="0"/>
                          </a:spcAft>
                          <a:defRPr sz="1100">
                            <a:latin typeface="SF Pro Text"/>
                          </a:defRPr>
                        </a:pPr>
                        <a:r>
                          <a:rPr sz="900" b="1" i="0">
                            <a:solidFill>
                              <a:srgbClr val="6E6E73"/>
                            </a:solidFill>
                            <a:latin typeface="SF Pro Text"/>
                          </a:rPr>
                          <a:t>OUTLINE.MD</a:t>
                        </a:r>
                      </a:p>
                      <a:p>
                        <a:pPr algn="l">
                          <a:lnSpc>
                            <a:spcPts val="2000"/>
                          </a:lnSpc>
                          <a:spcBef>
                            <a:spcPts val="0"/>
                          </a:spcBef>
                          <a:spcAft>
                            <a:spcPts val="0"/>
                          </a:spcAft>
                          <a:defRPr sz="1100">
                            <a:latin typeface="SF Pro Text"/>
                          </a:defRPr>
                        </a:pPr>
                        <a:r>
                          <a:rPr sz="1100" b="0" i="0">
                            <a:solidFill>
                              <a:srgbClr val="3C3C3E"/>
                            </a:solidFill>
                            <a:latin typeface="SF Pro Text"/>
                          </a:rPr>
                          <a:t>line/slide</a:t>
                        </a:r>
                      </a:p>
                    </a:txBody>
                    <a:tcPr marT="19050" marR="0" marB="76200" marL="0" anchor="ctr">
                      <a:lnL w="0">
                        <a:noFill/>
                      </a:lnL>
                      <a:lnR w="0">
                        <a:noFill/>
                      </a:lnR>
                      <a:lnT w="0">
                        <a:noFill/>
                      </a:lnT>
                      <a:lnB w="6350">
                        <a:solidFill>
                          <a:srgbClr val="D2D2D7"/>
                        </a:solidFill>
                        <a:prstDash val="solid"/>
                      </a:lnB>
                      <a:noFill/>
                    </a:tcPr>
                  </a:tc>
                  <a:tc>
                    <a:txBody>
                      <a:bodyPr wrap="square" anchor="t" lIns="0" rIns="0" tIns="0" bIns="0">
                        <a:noAutofit/>
                      </a:bodyPr>
                      <a:lstStyle/>
                      <a:p>
                        <a:pPr algn="r">
                          <a:lnSpc>
                            <a:spcPts val="2000"/>
                          </a:lnSpc>
                          <a:spcBef>
                            <a:spcPts val="0"/>
                          </a:spcBef>
                          <a:spcAft>
                            <a:spcPts val="0"/>
                          </a:spcAft>
                          <a:defRPr sz="1100">
                            <a:latin typeface="SF Pro Text"/>
                          </a:defRPr>
                        </a:pPr>
                        <a:r>
                          <a:rPr sz="1600" b="1" i="0">
                            <a:solidFill>
                              <a:srgbClr val="3C3C3E"/>
                            </a:solidFill>
                            <a:latin typeface="SF Pro Display"/>
                          </a:rPr>
                          <a:t>1</a:t>
                        </a:r>
                      </a:p>
                    </a:txBody>
                    <a:tcPr marT="19050" marR="0" marB="76200" marL="0" anchor="ctr">
                      <a:lnL w="0">
                        <a:noFill/>
                      </a:lnL>
                      <a:lnR w="0">
                        <a:noFill/>
                      </a:lnR>
                      <a:lnT w="0">
                        <a:noFill/>
                      </a:lnT>
                      <a:lnB w="6350">
                        <a:solidFill>
                          <a:srgbClr val="D2D2D7"/>
                        </a:solidFill>
                        <a:prstDash val="solid"/>
                      </a:lnB>
                      <a:noFill/>
                    </a:tcPr>
                  </a:tc>
                </a:tr>
                <a:tr h="431800">
                  <a:tc>
                    <a:txBody>
                      <a:bodyPr wrap="square" anchor="t" lIns="0" rIns="0" tIns="0" bIns="0">
                        <a:noAutofit/>
                      </a:bodyPr>
                      <a:lstStyle/>
                      <a:p>
                        <a:pPr algn="l">
                          <a:lnSpc>
                            <a:spcPts val="2000"/>
                          </a:lnSpc>
                          <a:spcBef>
                            <a:spcPts val="0"/>
                          </a:spcBef>
                          <a:spcAft>
                            <a:spcPts val="0"/>
                          </a:spcAft>
                          <a:defRPr sz="1100">
                            <a:latin typeface="SF Pro Text"/>
                          </a:defRPr>
                        </a:pPr>
                        <a:r>
                          <a:rPr sz="900" b="1" i="0">
                            <a:solidFill>
                              <a:srgbClr val="6E6E73"/>
                            </a:solidFill>
                            <a:latin typeface="SF Pro Text"/>
                          </a:rPr>
                          <a:t>LAYOUTS</a:t>
                        </a:r>
                      </a:p>
                    </a:txBody>
                    <a:tcPr marT="19050" marR="0" marB="76200" marL="0" anchor="ctr">
                      <a:lnL w="0">
                        <a:noFill/>
                      </a:lnL>
                      <a:lnR w="0">
                        <a:noFill/>
                      </a:lnR>
                      <a:lnT w="0">
                        <a:noFill/>
                      </a:lnT>
                      <a:lnB w="6350">
                        <a:solidFill>
                          <a:srgbClr val="D2D2D7"/>
                        </a:solidFill>
                        <a:prstDash val="solid"/>
                      </a:lnB>
                      <a:noFill/>
                    </a:tcPr>
                  </a:tc>
                  <a:tc>
                    <a:txBody>
                      <a:bodyPr wrap="square" anchor="t" lIns="0" rIns="0" tIns="0" bIns="0">
                        <a:noAutofit/>
                      </a:bodyPr>
                      <a:lstStyle/>
                      <a:p>
                        <a:pPr algn="r">
                          <a:lnSpc>
                            <a:spcPts val="2000"/>
                          </a:lnSpc>
                          <a:spcBef>
                            <a:spcPts val="0"/>
                          </a:spcBef>
                          <a:spcAft>
                            <a:spcPts val="0"/>
                          </a:spcAft>
                          <a:defRPr sz="1100">
                            <a:latin typeface="SF Pro Text"/>
                          </a:defRPr>
                        </a:pPr>
                        <a:r>
                          <a:rPr sz="1600" b="1" i="0">
                            <a:solidFill>
                              <a:srgbClr val="3C3C3E"/>
                            </a:solidFill>
                            <a:latin typeface="SF Pro Display"/>
                          </a:rPr>
                          <a:t>16</a:t>
                        </a:r>
                      </a:p>
                    </a:txBody>
                    <a:tcPr marT="19050" marR="0" marB="76200" marL="0" anchor="ctr">
                      <a:lnL w="0">
                        <a:noFill/>
                      </a:lnL>
                      <a:lnR w="0">
                        <a:noFill/>
                      </a:lnR>
                      <a:lnT w="0">
                        <a:noFill/>
                      </a:lnT>
                      <a:lnB w="6350">
                        <a:solidFill>
                          <a:srgbClr val="D2D2D7"/>
                        </a:solidFill>
                        <a:prstDash val="solid"/>
                      </a:lnB>
                      <a:noFill/>
                    </a:tcPr>
                  </a:tc>
                </a:tr>
                <a:tr h="663575">
                  <a:tc>
                    <a:txBody>
                      <a:bodyPr wrap="square" anchor="t" lIns="0" rIns="0" tIns="0" bIns="0">
                        <a:noAutofit/>
                      </a:bodyPr>
                      <a:lstStyle/>
                      <a:p>
                        <a:pPr algn="l">
                          <a:lnSpc>
                            <a:spcPts val="2000"/>
                          </a:lnSpc>
                          <a:spcBef>
                            <a:spcPts val="0"/>
                          </a:spcBef>
                          <a:spcAft>
                            <a:spcPts val="0"/>
                          </a:spcAft>
                          <a:defRPr sz="1100">
                            <a:latin typeface="SF Pro Text"/>
                          </a:defRPr>
                        </a:pPr>
                        <a:r>
                          <a:rPr sz="900" b="1" i="0">
                            <a:solidFill>
                              <a:srgbClr val="6E6E73"/>
                            </a:solidFill>
                            <a:latin typeface="SF Pro Text"/>
                          </a:rPr>
                          <a:t>PER SLIDE</a:t>
                        </a:r>
                      </a:p>
                      <a:p>
                        <a:pPr algn="l">
                          <a:lnSpc>
                            <a:spcPts val="2000"/>
                          </a:lnSpc>
                          <a:spcBef>
                            <a:spcPts val="0"/>
                          </a:spcBef>
                          <a:spcAft>
                            <a:spcPts val="0"/>
                          </a:spcAft>
                          <a:defRPr sz="1100">
                            <a:latin typeface="SF Pro Text"/>
                          </a:defRPr>
                        </a:pPr>
                        <a:r>
                          <a:rPr sz="1100" b="0" i="0">
                            <a:solidFill>
                              <a:srgbClr val="3C3C3E"/>
                            </a:solidFill>
                            <a:latin typeface="SF Pro Text"/>
                          </a:rPr>
                          <a:t>values / words</a:t>
                        </a:r>
                      </a:p>
                    </a:txBody>
                    <a:tcPr marT="19050" marR="0" marB="76200" marL="0" anchor="ctr">
                      <a:lnL w="0">
                        <a:noFill/>
                      </a:lnL>
                      <a:lnR w="0">
                        <a:noFill/>
                      </a:lnR>
                      <a:lnT w="0">
                        <a:noFill/>
                      </a:lnT>
                      <a:lnB w="0">
                        <a:noFill/>
                      </a:lnB>
                      <a:noFill/>
                    </a:tcPr>
                  </a:tc>
                  <a:tc>
                    <a:txBody>
                      <a:bodyPr wrap="square" anchor="t" lIns="0" rIns="0" tIns="0" bIns="0">
                        <a:noAutofit/>
                      </a:bodyPr>
                      <a:lstStyle/>
                      <a:p>
                        <a:pPr algn="r">
                          <a:lnSpc>
                            <a:spcPts val="2000"/>
                          </a:lnSpc>
                          <a:spcBef>
                            <a:spcPts val="0"/>
                          </a:spcBef>
                          <a:spcAft>
                            <a:spcPts val="0"/>
                          </a:spcAft>
                          <a:defRPr sz="1100">
                            <a:latin typeface="SF Pro Text"/>
                          </a:defRPr>
                        </a:pPr>
                        <a:r>
                          <a:rPr sz="1100" b="0" i="0">
                            <a:solidFill>
                              <a:srgbClr val="3C3C3E"/>
                            </a:solidFill>
                            <a:latin typeface="SF Pro Text"/>
                          </a:rPr>
                          <a:t>≥10 / ≤90</a:t>
                        </a:r>
                      </a:p>
                    </a:txBody>
                    <a:tcPr marT="19050" marR="0" marB="76200" marL="0" anchor="ctr">
                      <a:lnL w="0">
                        <a:noFill/>
                      </a:lnL>
                      <a:lnR w="0">
                        <a:noFill/>
                      </a:lnR>
                      <a:lnT w="0">
                        <a:noFill/>
                      </a:lnT>
                      <a:lnB w="0">
                        <a:noFill/>
                      </a:lnB>
                      <a:noFill/>
                    </a:tcPr>
                  </a:tc>
                </a:tr>
              </a:tbl>
            </a:graphicData>
          </a:graphic>
        </p:graphicFrame>
        <p:sp>
          <p:nvSpPr>
            <p:cNvPr id="23" name="Check the outline · need"/>
            <p:cNvSpPr txBox="1"/>
            <p:nvPr/>
          </p:nvSpPr>
          <p:spPr>
            <a:xfrm>
              <a:off x="6375400" y="5562600"/>
              <a:ext cx="224155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You need: OK on each line.</a:t>
              </a:r>
            </a:p>
          </p:txBody>
        </p:sp>
      </p:grpSp>
      <p:grpSp>
        <p:nvGrpSpPr>
          <p:cNvPr id="24" name="Edit and present"/>
          <p:cNvGrpSpPr/>
          <p:nvPr/>
        </p:nvGrpSpPr>
        <p:grpSpPr>
          <a:xfrm>
            <a:off x="8972550" y="1714500"/>
            <a:ext cx="2647950" cy="4025900"/>
            <a:chOff x="8972550" y="1714500"/>
            <a:chExt cx="2647950" cy="4025900"/>
          </a:xfrm>
        </p:grpSpPr>
        <p:sp>
          <p:nvSpPr>
            <p:cNvPr id="25" name="Edit and present · identity-rule"/>
            <p:cNvSpPr/>
            <p:nvPr/>
          </p:nvSpPr>
          <p:spPr>
            <a:xfrm>
              <a:off x="8972550" y="1714500"/>
              <a:ext cx="2647950" cy="38100"/>
            </a:xfrm>
            <a:prstGeom prst="rect">
              <a:avLst/>
            </a:prstGeom>
            <a:solidFill>
              <a:srgbClr val="0071E3"/>
            </a:solidFill>
            <a:ln>
              <a:noFill/>
            </a:ln>
            <a:effectLst/>
          </p:spPr>
          <p:txBody>
            <a:bodyPr rtlCol="0" anchor="ctr"/>
            <a:lstStyle/>
            <a:p>
              <a:pPr algn="ctr"/>
            </a:p>
          </p:txBody>
        </p:sp>
        <p:sp>
          <p:nvSpPr>
            <p:cNvPr id="26" name="Edit and present · value step-number"/>
            <p:cNvSpPr txBox="1"/>
            <p:nvPr/>
          </p:nvSpPr>
          <p:spPr>
            <a:xfrm>
              <a:off x="9175750" y="1905000"/>
              <a:ext cx="2241550" cy="304800"/>
            </a:xfrm>
            <a:prstGeom prst="rect">
              <a:avLst/>
            </a:prstGeom>
            <a:noFill/>
          </p:spPr>
          <p:txBody>
            <a:bodyPr wrap="none" anchor="t" lIns="0" rIns="0" tIns="0" bIns="0">
              <a:noAutofit/>
            </a:bodyPr>
            <a:lstStyle/>
            <a:p>
              <a:pPr algn="l">
                <a:lnSpc>
                  <a:spcPts val="2400"/>
                </a:lnSpc>
                <a:spcBef>
                  <a:spcPts val="0"/>
                </a:spcBef>
                <a:spcAft>
                  <a:spcPts val="0"/>
                </a:spcAft>
                <a:defRPr sz="2000">
                  <a:latin typeface="SF Pro Display"/>
                </a:defRPr>
              </a:pPr>
              <a:r>
                <a:rPr sz="2000" b="1" i="0">
                  <a:solidFill>
                    <a:srgbClr val="3C3C3E"/>
                  </a:solidFill>
                  <a:latin typeface="SF Pro Display"/>
                </a:rPr>
                <a:t>4</a:t>
              </a:r>
            </a:p>
          </p:txBody>
        </p:sp>
        <p:sp>
          <p:nvSpPr>
            <p:cNvPr id="27" name="Edit and present · section-heading step-title"/>
            <p:cNvSpPr txBox="1"/>
            <p:nvPr/>
          </p:nvSpPr>
          <p:spPr>
            <a:xfrm>
              <a:off x="9175750" y="2330450"/>
              <a:ext cx="2241550" cy="215900"/>
            </a:xfrm>
            <a:prstGeom prst="rect">
              <a:avLst/>
            </a:prstGeom>
            <a:noFill/>
          </p:spPr>
          <p:txBody>
            <a:bodyPr wrap="square" anchor="t" lIns="0" rIns="0" tIns="0" bIns="0">
              <a:noAutofit/>
            </a:bodyPr>
            <a:lstStyle/>
            <a:p>
              <a:pPr algn="l">
                <a:lnSpc>
                  <a:spcPts val="1700"/>
                </a:lnSpc>
                <a:spcBef>
                  <a:spcPts val="0"/>
                </a:spcBef>
                <a:spcAft>
                  <a:spcPts val="0"/>
                </a:spcAft>
                <a:defRPr sz="1400">
                  <a:latin typeface="SF Pro Text"/>
                </a:defRPr>
              </a:pPr>
              <a:r>
                <a:rPr sz="1400" b="1" i="0">
                  <a:solidFill>
                    <a:srgbClr val="3C3C3E"/>
                  </a:solidFill>
                  <a:latin typeface="SF Pro Text"/>
                </a:rPr>
                <a:t>Edit and present.</a:t>
              </a:r>
            </a:p>
          </p:txBody>
        </p:sp>
        <p:graphicFrame>
          <p:nvGraphicFramePr>
            <p:cNvPr id="28" name="Edit and present · Editable output"/>
            <p:cNvGraphicFramePr>
              <a:graphicFrameLocks noGrp="1"/>
            </p:cNvGraphicFramePr>
            <p:nvPr/>
          </p:nvGraphicFramePr>
          <p:xfrm>
            <a:off x="9175750" y="2832100"/>
            <a:ext cx="2241550" cy="1739900"/>
          </p:xfrm>
          <a:graphic>
            <a:graphicData uri="http://schemas.openxmlformats.org/drawingml/2006/table">
              <a:tbl>
                <a:tblPr firstRow="1">
                  <a:tableStyleId>{5C22544A-7EE6-4342-B048-85BDC9FD1C3A}</a:tableStyleId>
                </a:tblPr>
                <a:tblGrid>
                  <a:gridCol w="1162050"/>
                  <a:gridCol w="1079500"/>
                </a:tblGrid>
                <a:tr h="409575">
                  <a:tc>
                    <a:txBody>
                      <a:bodyPr wrap="square" anchor="t" lIns="0" rIns="0" tIns="0" bIns="0">
                        <a:noAutofit/>
                      </a:bodyPr>
                      <a:lstStyle/>
                      <a:p>
                        <a:pPr algn="l">
                          <a:lnSpc>
                            <a:spcPts val="2000"/>
                          </a:lnSpc>
                          <a:spcBef>
                            <a:spcPts val="0"/>
                          </a:spcBef>
                          <a:spcAft>
                            <a:spcPts val="0"/>
                          </a:spcAft>
                          <a:defRPr sz="1100">
                            <a:latin typeface="SF Pro Text"/>
                          </a:defRPr>
                        </a:pPr>
                        <a:r>
                          <a:rPr sz="900" b="1" i="0">
                            <a:solidFill>
                              <a:srgbClr val="6E6E73"/>
                            </a:solidFill>
                            <a:latin typeface="SF Pro Text"/>
                          </a:rPr>
                          <a:t>OUTPUT</a:t>
                        </a:r>
                      </a:p>
                    </a:txBody>
                    <a:tcPr marT="19050" marR="0" marB="76200" marL="0" anchor="ctr">
                      <a:lnL w="0">
                        <a:noFill/>
                      </a:lnL>
                      <a:lnR w="0">
                        <a:noFill/>
                      </a:lnR>
                      <a:lnT w="0">
                        <a:noFill/>
                      </a:lnT>
                      <a:lnB w="6350">
                        <a:solidFill>
                          <a:srgbClr val="D2D2D7"/>
                        </a:solidFill>
                        <a:prstDash val="solid"/>
                      </a:lnB>
                      <a:noFill/>
                    </a:tcPr>
                  </a:tc>
                  <a:tc>
                    <a:txBody>
                      <a:bodyPr wrap="square" anchor="t" lIns="0" rIns="0" tIns="0" bIns="0">
                        <a:noAutofit/>
                      </a:bodyPr>
                      <a:lstStyle/>
                      <a:p>
                        <a:pPr algn="r">
                          <a:lnSpc>
                            <a:spcPts val="2000"/>
                          </a:lnSpc>
                          <a:spcBef>
                            <a:spcPts val="0"/>
                          </a:spcBef>
                          <a:spcAft>
                            <a:spcPts val="0"/>
                          </a:spcAft>
                          <a:defRPr sz="1100">
                            <a:latin typeface="SF Pro Text"/>
                          </a:defRPr>
                        </a:pPr>
                        <a:r>
                          <a:rPr sz="1100" b="0" i="0">
                            <a:solidFill>
                              <a:srgbClr val="3C3C3E"/>
                            </a:solidFill>
                            <a:latin typeface="SF Pro Text"/>
                          </a:rPr>
                          <a:t>native PPTX</a:t>
                        </a:r>
                      </a:p>
                    </a:txBody>
                    <a:tcPr marT="19050" marR="0" marB="76200" marL="0" anchor="ctr">
                      <a:lnL w="0">
                        <a:noFill/>
                      </a:lnL>
                      <a:lnR w="0">
                        <a:noFill/>
                      </a:lnR>
                      <a:lnT w="0">
                        <a:noFill/>
                      </a:lnT>
                      <a:lnB w="6350">
                        <a:solidFill>
                          <a:srgbClr val="D2D2D7"/>
                        </a:solidFill>
                        <a:prstDash val="solid"/>
                      </a:lnB>
                      <a:noFill/>
                    </a:tcPr>
                  </a:tc>
                </a:tr>
                <a:tr h="666750">
                  <a:tc>
                    <a:txBody>
                      <a:bodyPr wrap="square" anchor="t" lIns="0" rIns="0" tIns="0" bIns="0">
                        <a:noAutofit/>
                      </a:bodyPr>
                      <a:lstStyle/>
                      <a:p>
                        <a:pPr algn="l">
                          <a:lnSpc>
                            <a:spcPts val="2000"/>
                          </a:lnSpc>
                          <a:spcBef>
                            <a:spcPts val="0"/>
                          </a:spcBef>
                          <a:spcAft>
                            <a:spcPts val="0"/>
                          </a:spcAft>
                          <a:defRPr sz="1100">
                            <a:latin typeface="SF Pro Text"/>
                          </a:defRPr>
                        </a:pPr>
                        <a:r>
                          <a:rPr sz="900" b="1" i="0">
                            <a:solidFill>
                              <a:srgbClr val="6E6E73"/>
                            </a:solidFill>
                            <a:latin typeface="SF Pro Text"/>
                          </a:rPr>
                          <a:t>TARGET</a:t>
                        </a:r>
                      </a:p>
                      <a:p>
                        <a:pPr algn="l">
                          <a:lnSpc>
                            <a:spcPts val="2000"/>
                          </a:lnSpc>
                          <a:spcBef>
                            <a:spcPts val="0"/>
                          </a:spcBef>
                          <a:spcAft>
                            <a:spcPts val="0"/>
                          </a:spcAft>
                          <a:defRPr sz="1100">
                            <a:latin typeface="SF Pro Text"/>
                          </a:defRPr>
                        </a:pPr>
                        <a:r>
                          <a:rPr sz="1100" b="0" i="0">
                            <a:solidFill>
                              <a:srgbClr val="3C3C3E"/>
                            </a:solidFill>
                            <a:latin typeface="SF Pro Text"/>
                          </a:rPr>
                          <a:t>min edits</a:t>
                        </a:r>
                      </a:p>
                    </a:txBody>
                    <a:tcPr marT="19050" marR="0" marB="76200" marL="0" anchor="ctr">
                      <a:lnL w="0">
                        <a:noFill/>
                      </a:lnL>
                      <a:lnR w="0">
                        <a:noFill/>
                      </a:lnR>
                      <a:lnT w="0">
                        <a:noFill/>
                      </a:lnT>
                      <a:lnB w="6350">
                        <a:solidFill>
                          <a:srgbClr val="D2D2D7"/>
                        </a:solidFill>
                        <a:prstDash val="solid"/>
                      </a:lnB>
                      <a:noFill/>
                    </a:tcPr>
                  </a:tc>
                  <a:tc>
                    <a:txBody>
                      <a:bodyPr wrap="square" anchor="t" lIns="0" rIns="0" tIns="0" bIns="0">
                        <a:noAutofit/>
                      </a:bodyPr>
                      <a:lstStyle/>
                      <a:p>
                        <a:pPr algn="r">
                          <a:lnSpc>
                            <a:spcPts val="2000"/>
                          </a:lnSpc>
                          <a:spcBef>
                            <a:spcPts val="0"/>
                          </a:spcBef>
                          <a:spcAft>
                            <a:spcPts val="0"/>
                          </a:spcAft>
                          <a:defRPr sz="1100">
                            <a:latin typeface="SF Pro Text"/>
                          </a:defRPr>
                        </a:pPr>
                        <a:r>
                          <a:rPr sz="1600" b="1" i="0">
                            <a:solidFill>
                              <a:srgbClr val="3C3C3E"/>
                            </a:solidFill>
                            <a:latin typeface="SF Pro Display"/>
                          </a:rPr>
                          <a:t>≤15</a:t>
                        </a:r>
                      </a:p>
                    </a:txBody>
                    <a:tcPr marT="19050" marR="0" marB="76200" marL="0" anchor="ctr">
                      <a:lnL w="0">
                        <a:noFill/>
                      </a:lnL>
                      <a:lnR w="0">
                        <a:noFill/>
                      </a:lnR>
                      <a:lnT w="0">
                        <a:noFill/>
                      </a:lnT>
                      <a:lnB w="6350">
                        <a:solidFill>
                          <a:srgbClr val="D2D2D7"/>
                        </a:solidFill>
                        <a:prstDash val="solid"/>
                      </a:lnB>
                      <a:noFill/>
                    </a:tcPr>
                  </a:tc>
                </a:tr>
                <a:tr h="663575">
                  <a:tc>
                    <a:txBody>
                      <a:bodyPr wrap="square" anchor="t" lIns="0" rIns="0" tIns="0" bIns="0">
                        <a:noAutofit/>
                      </a:bodyPr>
                      <a:lstStyle/>
                      <a:p>
                        <a:pPr algn="l">
                          <a:lnSpc>
                            <a:spcPts val="2000"/>
                          </a:lnSpc>
                          <a:spcBef>
                            <a:spcPts val="0"/>
                          </a:spcBef>
                          <a:spcAft>
                            <a:spcPts val="0"/>
                          </a:spcAft>
                          <a:defRPr sz="1100">
                            <a:latin typeface="SF Pro Text"/>
                          </a:defRPr>
                        </a:pPr>
                        <a:r>
                          <a:rPr sz="900" b="1" i="0">
                            <a:solidFill>
                              <a:srgbClr val="6E6E73"/>
                            </a:solidFill>
                            <a:latin typeface="SF Pro Text"/>
                          </a:rPr>
                          <a:t>NOTES</a:t>
                        </a:r>
                      </a:p>
                      <a:p>
                        <a:pPr algn="l">
                          <a:lnSpc>
                            <a:spcPts val="2000"/>
                          </a:lnSpc>
                          <a:spcBef>
                            <a:spcPts val="0"/>
                          </a:spcBef>
                          <a:spcAft>
                            <a:spcPts val="0"/>
                          </a:spcAft>
                          <a:defRPr sz="1100">
                            <a:latin typeface="SF Pro Text"/>
                          </a:defRPr>
                        </a:pPr>
                        <a:r>
                          <a:rPr sz="1100" b="0" i="0">
                            <a:solidFill>
                              <a:srgbClr val="3C3C3E"/>
                            </a:solidFill>
                            <a:latin typeface="SF Pro Text"/>
                          </a:rPr>
                          <a:t>words/slide</a:t>
                        </a:r>
                      </a:p>
                    </a:txBody>
                    <a:tcPr marT="19050" marR="0" marB="76200" marL="0" anchor="ctr">
                      <a:lnL w="0">
                        <a:noFill/>
                      </a:lnL>
                      <a:lnR w="0">
                        <a:noFill/>
                      </a:lnR>
                      <a:lnT w="0">
                        <a:noFill/>
                      </a:lnT>
                      <a:lnB w="0">
                        <a:noFill/>
                      </a:lnB>
                      <a:noFill/>
                    </a:tcPr>
                  </a:tc>
                  <a:tc>
                    <a:txBody>
                      <a:bodyPr wrap="square" anchor="t" lIns="0" rIns="0" tIns="0" bIns="0">
                        <a:noAutofit/>
                      </a:bodyPr>
                      <a:lstStyle/>
                      <a:p>
                        <a:pPr algn="r">
                          <a:lnSpc>
                            <a:spcPts val="2000"/>
                          </a:lnSpc>
                          <a:spcBef>
                            <a:spcPts val="0"/>
                          </a:spcBef>
                          <a:spcAft>
                            <a:spcPts val="0"/>
                          </a:spcAft>
                          <a:defRPr sz="1100">
                            <a:latin typeface="SF Pro Text"/>
                          </a:defRPr>
                        </a:pPr>
                        <a:r>
                          <a:rPr sz="1600" b="1" i="0">
                            <a:solidFill>
                              <a:srgbClr val="3C3C3E"/>
                            </a:solidFill>
                            <a:latin typeface="SF Pro Display"/>
                          </a:rPr>
                          <a:t>≤150</a:t>
                        </a:r>
                      </a:p>
                    </a:txBody>
                    <a:tcPr marT="19050" marR="0" marB="76200" marL="0" anchor="ctr">
                      <a:lnL w="0">
                        <a:noFill/>
                      </a:lnL>
                      <a:lnR w="0">
                        <a:noFill/>
                      </a:lnR>
                      <a:lnT w="0">
                        <a:noFill/>
                      </a:lnT>
                      <a:lnB w="0">
                        <a:noFill/>
                      </a:lnB>
                      <a:noFill/>
                    </a:tcPr>
                  </a:tc>
                </a:tr>
              </a:tbl>
            </a:graphicData>
          </a:graphic>
        </p:graphicFrame>
        <p:sp>
          <p:nvSpPr>
            <p:cNvPr id="29" name="Edit and present · need"/>
            <p:cNvSpPr txBox="1"/>
            <p:nvPr/>
          </p:nvSpPr>
          <p:spPr>
            <a:xfrm>
              <a:off x="9175750" y="5562600"/>
              <a:ext cx="224155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You need: PowerPoint for Mac.</a:t>
              </a:r>
            </a:p>
          </p:txBody>
        </p:sp>
      </p:grpSp>
      <p:sp>
        <p:nvSpPr>
          <p:cNvPr id="30" name="footer footer-source"/>
          <p:cNvSpPr txBox="1"/>
          <p:nvPr/>
        </p:nvSpPr>
        <p:spPr>
          <a:xfrm>
            <a:off x="571500" y="6483350"/>
            <a:ext cx="8445500" cy="1651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0" i="0">
                <a:solidFill>
                  <a:srgbClr val="6E6E73"/>
                </a:solidFill>
                <a:latin typeface="SF Pro Text"/>
              </a:rPr>
              <a:t>Source: Report Slides skill, SKILL.md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text-kpi-rail · default">
    <p:bg>
      <p:bgPr>
        <a:solidFill>
          <a:srgbClr val="F3F2F5"/>
        </a:solidFill>
        <a:effectLst/>
      </p:bgPr>
    </p:bg>
    <p:spTree>
      <p:nvGrpSpPr>
        <p:cNvPr id="1" name=""/>
        <p:cNvGrpSpPr/>
        <p:nvPr/>
      </p:nvGrpSpPr>
      <p:grpSpPr/>
      <p:sp>
        <p:nvSpPr>
          <p:cNvPr id="2" name="headline"/>
          <p:cNvSpPr>
            <a:spLocks noGrp="1"/>
          </p:cNvSpPr>
          <p:nvPr>
            <p:ph type="title"/>
          </p:nvPr>
        </p:nvSpPr>
        <p:spPr>
          <a:xfrm>
            <a:off x="571500" y="679450"/>
            <a:ext cx="11049000" cy="520700"/>
          </a:xfrm>
        </p:spPr>
        <p:txBody>
          <a:bodyPr wrap="square" anchor="t" lIns="0" rIns="0" tIns="0" bIns="0">
            <a:noAutofit/>
          </a:bodyPr>
          <a:lstStyle/>
          <a:p>
            <a:pPr algn="l">
              <a:lnSpc>
                <a:spcPts val="3900"/>
              </a:lnSpc>
              <a:spcBef>
                <a:spcPts val="0"/>
              </a:spcBef>
              <a:spcAft>
                <a:spcPts val="0"/>
              </a:spcAft>
              <a:defRPr sz="3400">
                <a:latin typeface="SF Pro Display"/>
              </a:defRPr>
            </a:pPr>
            <a:r>
              <a:rPr sz="3400" b="1" i="0">
                <a:solidFill>
                  <a:srgbClr val="3C3C3E"/>
                </a:solidFill>
                <a:latin typeface="SF Pro Display"/>
              </a:rPr>
              <a:t>Use reports within the supported workflow</a:t>
            </a:r>
          </a:p>
        </p:txBody>
      </p:sp>
      <p:sp>
        <p:nvSpPr>
          <p:cNvPr id="3" name="eyebrow"/>
          <p:cNvSpPr txBox="1"/>
          <p:nvPr/>
        </p:nvSpPr>
        <p:spPr>
          <a:xfrm>
            <a:off x="571500" y="368300"/>
            <a:ext cx="11049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Report Slides skill | </a:t>
            </a:r>
            <a:r>
              <a:rPr sz="1000" b="0" i="0">
                <a:solidFill>
                  <a:srgbClr val="3C3C3E"/>
                </a:solidFill>
                <a:latin typeface="SF Pro Text"/>
              </a:rPr>
              <a:t>How to use</a:t>
            </a:r>
          </a:p>
        </p:txBody>
      </p:sp>
      <p:sp>
        <p:nvSpPr>
          <p:cNvPr id="4" name="group-title label"/>
          <p:cNvSpPr txBox="1"/>
          <p:nvPr/>
        </p:nvSpPr>
        <p:spPr>
          <a:xfrm>
            <a:off x="571500" y="2038350"/>
            <a:ext cx="31750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INPUTS</a:t>
            </a:r>
          </a:p>
        </p:txBody>
      </p:sp>
      <p:sp>
        <p:nvSpPr>
          <p:cNvPr id="5" name="group-body"/>
          <p:cNvSpPr txBox="1"/>
          <p:nvPr/>
        </p:nvSpPr>
        <p:spPr>
          <a:xfrm>
            <a:off x="571500" y="2235200"/>
            <a:ext cx="3175000" cy="190500"/>
          </a:xfrm>
          <a:prstGeom prst="rect">
            <a:avLst/>
          </a:prstGeom>
          <a:noFill/>
        </p:spPr>
        <p:txBody>
          <a:bodyPr wrap="square" anchor="t" lIns="0" rIns="0" tIns="0" bIns="0">
            <a:noAutofit/>
          </a:bodyPr>
          <a:lstStyle/>
          <a:p>
            <a:pPr algn="l">
              <a:lnSpc>
                <a:spcPts val="1500"/>
              </a:lnSpc>
              <a:spcBef>
                <a:spcPts val="0"/>
              </a:spcBef>
              <a:spcAft>
                <a:spcPts val="0"/>
              </a:spcAft>
              <a:defRPr sz="1100">
                <a:latin typeface="SF Pro Text"/>
              </a:defRPr>
            </a:pPr>
            <a:r>
              <a:rPr sz="1100" b="0" i="0">
                <a:solidFill>
                  <a:srgbClr val="3C3C3E"/>
                </a:solidFill>
                <a:latin typeface="SF Pro Text"/>
              </a:rPr>
              <a:t>PDF · PPTX · Keynote export · notes</a:t>
            </a:r>
          </a:p>
        </p:txBody>
      </p:sp>
      <p:sp>
        <p:nvSpPr>
          <p:cNvPr id="6" name="group-title label"/>
          <p:cNvSpPr txBox="1"/>
          <p:nvPr/>
        </p:nvSpPr>
        <p:spPr>
          <a:xfrm>
            <a:off x="571500" y="4121150"/>
            <a:ext cx="31750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OUTPUTS</a:t>
            </a:r>
          </a:p>
        </p:txBody>
      </p:sp>
      <p:sp>
        <p:nvSpPr>
          <p:cNvPr id="7" name="group-body"/>
          <p:cNvSpPr txBox="1"/>
          <p:nvPr/>
        </p:nvSpPr>
        <p:spPr>
          <a:xfrm>
            <a:off x="571500" y="4318000"/>
            <a:ext cx="3175000" cy="190500"/>
          </a:xfrm>
          <a:prstGeom prst="rect">
            <a:avLst/>
          </a:prstGeom>
          <a:noFill/>
        </p:spPr>
        <p:txBody>
          <a:bodyPr wrap="square" anchor="t" lIns="0" rIns="0" tIns="0" bIns="0">
            <a:noAutofit/>
          </a:bodyPr>
          <a:lstStyle/>
          <a:p>
            <a:pPr algn="l">
              <a:lnSpc>
                <a:spcPts val="1500"/>
              </a:lnSpc>
              <a:spcBef>
                <a:spcPts val="0"/>
              </a:spcBef>
              <a:spcAft>
                <a:spcPts val="0"/>
              </a:spcAft>
              <a:defRPr sz="1100">
                <a:latin typeface="SF Pro Text"/>
              </a:defRPr>
            </a:pPr>
            <a:r>
              <a:rPr sz="1100" b="0" i="0">
                <a:solidFill>
                  <a:srgbClr val="3C3C3E"/>
                </a:solidFill>
                <a:latin typeface="SF Pro Text"/>
              </a:rPr>
              <a:t>outline.md · deck.pptx · PowerPoint renders</a:t>
            </a:r>
          </a:p>
        </p:txBody>
      </p:sp>
      <p:sp>
        <p:nvSpPr>
          <p:cNvPr id="8" name="group-title label"/>
          <p:cNvSpPr txBox="1"/>
          <p:nvPr/>
        </p:nvSpPr>
        <p:spPr>
          <a:xfrm>
            <a:off x="4229100" y="2038350"/>
            <a:ext cx="31750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NOT FOR</a:t>
            </a:r>
          </a:p>
        </p:txBody>
      </p:sp>
      <p:sp>
        <p:nvSpPr>
          <p:cNvPr id="9" name="group-body"/>
          <p:cNvSpPr txBox="1"/>
          <p:nvPr/>
        </p:nvSpPr>
        <p:spPr>
          <a:xfrm>
            <a:off x="4229100" y="2235200"/>
            <a:ext cx="3175000" cy="190500"/>
          </a:xfrm>
          <a:prstGeom prst="rect">
            <a:avLst/>
          </a:prstGeom>
          <a:noFill/>
        </p:spPr>
        <p:txBody>
          <a:bodyPr wrap="square" anchor="t" lIns="0" rIns="0" tIns="0" bIns="0">
            <a:noAutofit/>
          </a:bodyPr>
          <a:lstStyle/>
          <a:p>
            <a:pPr algn="l">
              <a:lnSpc>
                <a:spcPts val="1500"/>
              </a:lnSpc>
              <a:spcBef>
                <a:spcPts val="0"/>
              </a:spcBef>
              <a:spcAft>
                <a:spcPts val="0"/>
              </a:spcAft>
              <a:defRPr sz="1100">
                <a:latin typeface="SF Pro Text"/>
              </a:defRPr>
            </a:pPr>
            <a:r>
              <a:rPr sz="1100" b="0" i="0">
                <a:solidFill>
                  <a:srgbClr val="3C3C3E"/>
                </a:solidFill>
                <a:latin typeface="SF Pro Text"/>
              </a:rPr>
              <a:t>Marketing decks · single chart · typo fix</a:t>
            </a:r>
          </a:p>
        </p:txBody>
      </p:sp>
      <p:sp>
        <p:nvSpPr>
          <p:cNvPr id="10" name="group-title label"/>
          <p:cNvSpPr txBox="1"/>
          <p:nvPr/>
        </p:nvSpPr>
        <p:spPr>
          <a:xfrm>
            <a:off x="4229100" y="4121150"/>
            <a:ext cx="31750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LIMITS</a:t>
            </a:r>
          </a:p>
        </p:txBody>
      </p:sp>
      <p:sp>
        <p:nvSpPr>
          <p:cNvPr id="11" name="group-body"/>
          <p:cNvSpPr txBox="1"/>
          <p:nvPr/>
        </p:nvSpPr>
        <p:spPr>
          <a:xfrm>
            <a:off x="4229100" y="4318000"/>
            <a:ext cx="3175000" cy="190500"/>
          </a:xfrm>
          <a:prstGeom prst="rect">
            <a:avLst/>
          </a:prstGeom>
          <a:noFill/>
        </p:spPr>
        <p:txBody>
          <a:bodyPr wrap="square" anchor="t" lIns="0" rIns="0" tIns="0" bIns="0">
            <a:noAutofit/>
          </a:bodyPr>
          <a:lstStyle/>
          <a:p>
            <a:pPr algn="l">
              <a:lnSpc>
                <a:spcPts val="1500"/>
              </a:lnSpc>
              <a:spcBef>
                <a:spcPts val="0"/>
              </a:spcBef>
              <a:spcAft>
                <a:spcPts val="0"/>
              </a:spcAft>
              <a:defRPr sz="1100">
                <a:latin typeface="SF Pro Text"/>
              </a:defRPr>
            </a:pPr>
            <a:r>
              <a:rPr sz="1100" b="0" i="0">
                <a:solidFill>
                  <a:srgbClr val="3C3C3E"/>
                </a:solidFill>
                <a:latin typeface="SF Pro Text"/>
              </a:rPr>
              <a:t>Glass rebuild after edits; Keynote untested.</a:t>
            </a:r>
          </a:p>
        </p:txBody>
      </p:sp>
      <p:grpSp>
        <p:nvGrpSpPr>
          <p:cNvPr id="12" name="KPI rail"/>
          <p:cNvGrpSpPr/>
          <p:nvPr/>
        </p:nvGrpSpPr>
        <p:grpSpPr>
          <a:xfrm>
            <a:off x="8039100" y="1841500"/>
            <a:ext cx="3581400" cy="3606800"/>
            <a:chOff x="8039100" y="1841500"/>
            <a:chExt cx="3581400" cy="3606800"/>
          </a:xfrm>
        </p:grpSpPr>
        <p:sp>
          <p:nvSpPr>
            <p:cNvPr id="13" name="KPI rail · panel"/>
            <p:cNvSpPr/>
            <p:nvPr/>
          </p:nvSpPr>
          <p:spPr>
            <a:xfrm>
              <a:off x="8039100" y="1841500"/>
              <a:ext cx="3581400" cy="3606800"/>
            </a:xfrm>
            <a:prstGeom prst="roundRect">
              <a:avLst>
                <a:gd name="adj" fmla="val 5673"/>
              </a:avLst>
            </a:prstGeom>
            <a:solidFill>
              <a:srgbClr val="FFFFFF"/>
            </a:solidFill>
            <a:ln>
              <a:noFill/>
            </a:ln>
            <a:effectLst/>
          </p:spPr>
          <p:txBody>
            <a:bodyPr rtlCol="0" anchor="ctr"/>
            <a:lstStyle/>
            <a:p>
              <a:pPr algn="ctr"/>
            </a:p>
          </p:txBody>
        </p:sp>
        <p:graphicFrame>
          <p:nvGraphicFramePr>
            <p:cNvPr id="14" name="KPI rail · table"/>
            <p:cNvGraphicFramePr>
              <a:graphicFrameLocks noGrp="1"/>
            </p:cNvGraphicFramePr>
            <p:nvPr/>
          </p:nvGraphicFramePr>
          <p:xfrm>
            <a:off x="8242300" y="2044700"/>
            <a:ext cx="3175000" cy="2679700"/>
          </p:xfrm>
          <a:graphic>
            <a:graphicData uri="http://schemas.openxmlformats.org/drawingml/2006/table">
              <a:tbl>
                <a:tblPr firstRow="1">
                  <a:tableStyleId>{5C22544A-7EE6-4342-B048-85BDC9FD1C3A}</a:tableStyleId>
                </a:tblPr>
                <a:tblGrid>
                  <a:gridCol w="3175000"/>
                </a:tblGrid>
                <a:tr h="892175">
                  <a:tc>
                    <a:txBody>
                      <a:bodyPr wrap="square" anchor="t" lIns="0" rIns="0" tIns="0" bIns="0">
                        <a:noAutofit/>
                      </a:bodyPr>
                      <a:lstStyle/>
                      <a:p>
                        <a:pPr algn="l">
                          <a:lnSpc>
                            <a:spcPts val="2600"/>
                          </a:lnSpc>
                          <a:spcBef>
                            <a:spcPts val="0"/>
                          </a:spcBef>
                          <a:spcAft>
                            <a:spcPts val="0"/>
                          </a:spcAft>
                          <a:defRPr sz="1100">
                            <a:latin typeface="SF Pro Text"/>
                          </a:defRPr>
                        </a:pPr>
                        <a:r>
                          <a:rPr sz="900" b="1" i="0">
                            <a:solidFill>
                              <a:srgbClr val="6E6E73"/>
                            </a:solidFill>
                            <a:latin typeface="SF Pro Text"/>
                          </a:rPr>
                          <a:t>INSTALL LINKS</a:t>
                        </a:r>
                      </a:p>
                      <a:p>
                        <a:pPr algn="l">
                          <a:lnSpc>
                            <a:spcPts val="2600"/>
                          </a:lnSpc>
                          <a:spcBef>
                            <a:spcPts val="0"/>
                          </a:spcBef>
                          <a:spcAft>
                            <a:spcPts val="0"/>
                          </a:spcAft>
                          <a:defRPr sz="1100">
                            <a:latin typeface="SF Pro Text"/>
                          </a:defRPr>
                        </a:pPr>
                        <a:r>
                          <a:rPr sz="2000" b="1" i="0">
                            <a:solidFill>
                              <a:srgbClr val="3C3C3E"/>
                            </a:solidFill>
                            <a:latin typeface="SF Pro Display"/>
                          </a:rPr>
                          <a:t>2</a:t>
                        </a:r>
                      </a:p>
                    </a:txBody>
                    <a:tcPr marT="6350" marR="152400" marB="101600" marL="152400" anchor="t">
                      <a:lnL w="0">
                        <a:noFill/>
                      </a:lnL>
                      <a:lnR w="0">
                        <a:noFill/>
                      </a:lnR>
                      <a:lnT w="0">
                        <a:noFill/>
                      </a:lnT>
                      <a:lnB w="6350">
                        <a:solidFill>
                          <a:srgbClr val="D2D2D7"/>
                        </a:solidFill>
                        <a:prstDash val="solid"/>
                      </a:lnB>
                      <a:noFill/>
                    </a:tcPr>
                  </a:tc>
                </a:tr>
                <a:tr h="895350">
                  <a:tc>
                    <a:txBody>
                      <a:bodyPr wrap="square" anchor="t" lIns="0" rIns="0" tIns="0" bIns="0">
                        <a:noAutofit/>
                      </a:bodyPr>
                      <a:lstStyle/>
                      <a:p>
                        <a:pPr algn="l">
                          <a:lnSpc>
                            <a:spcPts val="2600"/>
                          </a:lnSpc>
                          <a:spcBef>
                            <a:spcPts val="0"/>
                          </a:spcBef>
                          <a:spcAft>
                            <a:spcPts val="0"/>
                          </a:spcAft>
                          <a:defRPr sz="1100">
                            <a:latin typeface="SF Pro Text"/>
                          </a:defRPr>
                        </a:pPr>
                        <a:r>
                          <a:rPr sz="900" b="1" i="0">
                            <a:solidFill>
                              <a:srgbClr val="6E6E73"/>
                            </a:solidFill>
                            <a:latin typeface="SF Pro Text"/>
                          </a:rPr>
                          <a:t>LAYOUTS</a:t>
                        </a:r>
                      </a:p>
                      <a:p>
                        <a:pPr algn="l">
                          <a:lnSpc>
                            <a:spcPts val="2600"/>
                          </a:lnSpc>
                          <a:spcBef>
                            <a:spcPts val="0"/>
                          </a:spcBef>
                          <a:spcAft>
                            <a:spcPts val="0"/>
                          </a:spcAft>
                          <a:defRPr sz="1100">
                            <a:latin typeface="SF Pro Text"/>
                          </a:defRPr>
                        </a:pPr>
                        <a:r>
                          <a:rPr sz="2000" b="1" i="0">
                            <a:solidFill>
                              <a:srgbClr val="3C3C3E"/>
                            </a:solidFill>
                            <a:latin typeface="SF Pro Display"/>
                          </a:rPr>
                          <a:t>16</a:t>
                        </a:r>
                      </a:p>
                    </a:txBody>
                    <a:tcPr marT="6350" marR="152400" marB="101600" marL="152400" anchor="t">
                      <a:lnL w="0">
                        <a:noFill/>
                      </a:lnL>
                      <a:lnR w="0">
                        <a:noFill/>
                      </a:lnR>
                      <a:lnT w="0">
                        <a:noFill/>
                      </a:lnT>
                      <a:lnB w="6350">
                        <a:solidFill>
                          <a:srgbClr val="D2D2D7"/>
                        </a:solidFill>
                        <a:prstDash val="solid"/>
                      </a:lnB>
                      <a:noFill/>
                    </a:tcPr>
                  </a:tc>
                </a:tr>
                <a:tr h="892175">
                  <a:tc>
                    <a:txBody>
                      <a:bodyPr wrap="square" anchor="t" lIns="0" rIns="0" tIns="0" bIns="0">
                        <a:noAutofit/>
                      </a:bodyPr>
                      <a:lstStyle/>
                      <a:p>
                        <a:pPr algn="l">
                          <a:lnSpc>
                            <a:spcPts val="2600"/>
                          </a:lnSpc>
                          <a:spcBef>
                            <a:spcPts val="0"/>
                          </a:spcBef>
                          <a:spcAft>
                            <a:spcPts val="0"/>
                          </a:spcAft>
                          <a:defRPr sz="1100">
                            <a:latin typeface="SF Pro Text"/>
                          </a:defRPr>
                        </a:pPr>
                        <a:r>
                          <a:rPr sz="900" b="1" i="0">
                            <a:solidFill>
                              <a:srgbClr val="6E6E73"/>
                            </a:solidFill>
                            <a:latin typeface="SF Pro Text"/>
                          </a:rPr>
                          <a:t>PILOT EDIT TARGET</a:t>
                        </a:r>
                      </a:p>
                      <a:p>
                        <a:pPr algn="l">
                          <a:lnSpc>
                            <a:spcPts val="2600"/>
                          </a:lnSpc>
                          <a:spcBef>
                            <a:spcPts val="0"/>
                          </a:spcBef>
                          <a:spcAft>
                            <a:spcPts val="0"/>
                          </a:spcAft>
                          <a:defRPr sz="1100">
                            <a:latin typeface="SF Pro Text"/>
                          </a:defRPr>
                        </a:pPr>
                        <a:r>
                          <a:rPr sz="2000" b="1" i="0">
                            <a:solidFill>
                              <a:srgbClr val="3C3C3E"/>
                            </a:solidFill>
                            <a:latin typeface="SF Pro Display"/>
                          </a:rPr>
                          <a:t>≤15 min</a:t>
                        </a:r>
                      </a:p>
                    </a:txBody>
                    <a:tcPr marT="6350" marR="152400" marB="101600" marL="152400" anchor="t">
                      <a:lnL w="0">
                        <a:noFill/>
                      </a:lnL>
                      <a:lnR w="0">
                        <a:noFill/>
                      </a:lnR>
                      <a:lnT w="0">
                        <a:noFill/>
                      </a:lnT>
                      <a:lnB w="0">
                        <a:noFill/>
                      </a:lnB>
                      <a:noFill/>
                    </a:tcPr>
                  </a:tc>
                </a:tr>
              </a:tbl>
            </a:graphicData>
          </a:graphic>
        </p:graphicFrame>
      </p:grpSp>
      <p:sp>
        <p:nvSpPr>
          <p:cNvPr id="15" name="footer footer-source"/>
          <p:cNvSpPr txBox="1"/>
          <p:nvPr/>
        </p:nvSpPr>
        <p:spPr>
          <a:xfrm>
            <a:off x="571500" y="6483350"/>
            <a:ext cx="8445500" cy="1651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0" i="0">
                <a:solidFill>
                  <a:srgbClr val="6E6E73"/>
                </a:solidFill>
                <a:latin typeface="SF Pro Text"/>
              </a:rPr>
              <a:t>Source: Report Slides skill · approved catalogue input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bento-plain · 5 tiles">
    <p:bg>
      <p:bgPr>
        <a:solidFill>
          <a:srgbClr val="000000"/>
        </a:solidFill>
        <a:effectLst/>
      </p:bgPr>
    </p:bg>
    <p:spTree>
      <p:nvGrpSpPr>
        <p:cNvPr id="1" name=""/>
        <p:cNvGrpSpPr/>
        <p:nvPr/>
      </p:nvGrpSpPr>
      <p:grpSpPr/>
      <p:sp>
        <p:nvSpPr>
          <p:cNvPr id="2" name="headline"/>
          <p:cNvSpPr>
            <a:spLocks noGrp="1"/>
          </p:cNvSpPr>
          <p:nvPr>
            <p:ph type="title"/>
          </p:nvPr>
        </p:nvSpPr>
        <p:spPr>
          <a:xfrm>
            <a:off x="571500" y="635000"/>
            <a:ext cx="11049000" cy="495300"/>
          </a:xfrm>
        </p:spPr>
        <p:txBody>
          <a:bodyPr wrap="square" anchor="t" lIns="0" rIns="0" tIns="0" bIns="0">
            <a:noAutofit/>
          </a:bodyPr>
          <a:lstStyle/>
          <a:p>
            <a:pPr algn="l">
              <a:lnSpc>
                <a:spcPts val="3800"/>
              </a:lnSpc>
              <a:spcBef>
                <a:spcPts val="0"/>
              </a:spcBef>
              <a:spcAft>
                <a:spcPts val="0"/>
              </a:spcAft>
              <a:defRPr sz="3200">
                <a:latin typeface="SF Pro Display"/>
              </a:defRPr>
            </a:pPr>
            <a:r>
              <a:rPr sz="3200" b="1" i="0" spc="-25">
                <a:solidFill>
                  <a:srgbClr val="F5F5F7"/>
                </a:solidFill>
                <a:latin typeface="SF Pro Display"/>
              </a:rPr>
              <a:t>Labelled evidence keeps the deck useful</a:t>
            </a:r>
          </a:p>
        </p:txBody>
      </p:sp>
      <p:sp>
        <p:nvSpPr>
          <p:cNvPr id="3" name="eyebrow"/>
          <p:cNvSpPr txBox="1"/>
          <p:nvPr/>
        </p:nvSpPr>
        <p:spPr>
          <a:xfrm>
            <a:off x="571500" y="368300"/>
            <a:ext cx="11049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A1A1A6"/>
                </a:solidFill>
                <a:latin typeface="SF Pro Text"/>
              </a:rPr>
              <a:t>Report Slides skill | How to use</a:t>
            </a:r>
          </a:p>
        </p:txBody>
      </p:sp>
      <p:grpSp>
        <p:nvGrpSpPr>
          <p:cNvPr id="4" name="install links"/>
          <p:cNvGrpSpPr/>
          <p:nvPr/>
        </p:nvGrpSpPr>
        <p:grpSpPr>
          <a:xfrm>
            <a:off x="571500" y="1714500"/>
            <a:ext cx="3581400" cy="1803400"/>
            <a:chOff x="571500" y="1714500"/>
            <a:chExt cx="3581400" cy="1803400"/>
          </a:xfrm>
        </p:grpSpPr>
        <p:sp>
          <p:nvSpPr>
            <p:cNvPr id="5" name="install links · bento-tile"/>
            <p:cNvSpPr/>
            <p:nvPr/>
          </p:nvSpPr>
          <p:spPr>
            <a:xfrm>
              <a:off x="571500" y="1714500"/>
              <a:ext cx="3581400" cy="1803400"/>
            </a:xfrm>
            <a:prstGeom prst="roundRect">
              <a:avLst>
                <a:gd name="adj" fmla="val 14084"/>
              </a:avLst>
            </a:prstGeom>
            <a:solidFill>
              <a:srgbClr val="1D1D1F"/>
            </a:solidFill>
            <a:ln>
              <a:noFill/>
            </a:ln>
            <a:effectLst/>
          </p:spPr>
          <p:txBody>
            <a:bodyPr rtlCol="0" anchor="ctr"/>
            <a:lstStyle/>
            <a:p>
              <a:pPr algn="ctr"/>
            </a:p>
          </p:txBody>
        </p:sp>
        <p:sp>
          <p:nvSpPr>
            <p:cNvPr id="6" name="install links · g-lab"/>
            <p:cNvSpPr txBox="1"/>
            <p:nvPr/>
          </p:nvSpPr>
          <p:spPr>
            <a:xfrm>
              <a:off x="825500" y="1968500"/>
              <a:ext cx="3073400" cy="152400"/>
            </a:xfrm>
            <a:prstGeom prst="rect">
              <a:avLst/>
            </a:prstGeom>
            <a:noFill/>
          </p:spPr>
          <p:txBody>
            <a:bodyPr wrap="square" anchor="t" lIns="0" rIns="0" tIns="0" bIns="0">
              <a:noAutofit/>
            </a:bodyPr>
            <a:lstStyle/>
            <a:p>
              <a:pPr algn="l">
                <a:lnSpc>
                  <a:spcPts val="1200"/>
                </a:lnSpc>
                <a:spcBef>
                  <a:spcPts val="0"/>
                </a:spcBef>
                <a:spcAft>
                  <a:spcPts val="0"/>
                </a:spcAft>
                <a:defRPr sz="1000">
                  <a:latin typeface="SF Pro Text"/>
                </a:defRPr>
              </a:pPr>
              <a:r>
                <a:rPr sz="1000" b="1" i="0" spc="20">
                  <a:solidFill>
                    <a:srgbClr val="A1A1A6"/>
                  </a:solidFill>
                  <a:latin typeface="SF Pro Text"/>
                </a:rPr>
                <a:t>INSTALL LINKS</a:t>
              </a:r>
            </a:p>
          </p:txBody>
        </p:sp>
        <p:sp>
          <p:nvSpPr>
            <p:cNvPr id="7" name="install links · g-big"/>
            <p:cNvSpPr txBox="1"/>
            <p:nvPr/>
          </p:nvSpPr>
          <p:spPr>
            <a:xfrm>
              <a:off x="825500" y="2273300"/>
              <a:ext cx="3073400" cy="457200"/>
            </a:xfrm>
            <a:prstGeom prst="rect">
              <a:avLst/>
            </a:prstGeom>
            <a:noFill/>
          </p:spPr>
          <p:txBody>
            <a:bodyPr wrap="none" anchor="t" lIns="0" rIns="0" tIns="0" bIns="0">
              <a:noAutofit/>
            </a:bodyPr>
            <a:lstStyle/>
            <a:p>
              <a:pPr algn="l">
                <a:lnSpc>
                  <a:spcPts val="3600"/>
                </a:lnSpc>
                <a:spcBef>
                  <a:spcPts val="0"/>
                </a:spcBef>
                <a:spcAft>
                  <a:spcPts val="0"/>
                </a:spcAft>
                <a:defRPr sz="3200">
                  <a:latin typeface="SF Pro Display"/>
                </a:defRPr>
              </a:pPr>
              <a:r>
                <a:rPr sz="3200" b="1" i="0" spc="-25">
                  <a:solidFill>
                    <a:srgbClr val="F5F5F7"/>
                  </a:solidFill>
                  <a:latin typeface="SF Pro Display"/>
                </a:rPr>
                <a:t>2</a:t>
              </a:r>
            </a:p>
          </p:txBody>
        </p:sp>
      </p:grpSp>
      <p:grpSp>
        <p:nvGrpSpPr>
          <p:cNvPr id="8" name="input types"/>
          <p:cNvGrpSpPr/>
          <p:nvPr/>
        </p:nvGrpSpPr>
        <p:grpSpPr>
          <a:xfrm>
            <a:off x="4305300" y="1714500"/>
            <a:ext cx="3581400" cy="1803400"/>
            <a:chOff x="4305300" y="1714500"/>
            <a:chExt cx="3581400" cy="1803400"/>
          </a:xfrm>
        </p:grpSpPr>
        <p:sp>
          <p:nvSpPr>
            <p:cNvPr id="9" name="input types · bento-tile"/>
            <p:cNvSpPr/>
            <p:nvPr/>
          </p:nvSpPr>
          <p:spPr>
            <a:xfrm>
              <a:off x="4305300" y="1714500"/>
              <a:ext cx="3581400" cy="1803400"/>
            </a:xfrm>
            <a:prstGeom prst="roundRect">
              <a:avLst>
                <a:gd name="adj" fmla="val 14084"/>
              </a:avLst>
            </a:prstGeom>
            <a:solidFill>
              <a:srgbClr val="1D1D1F"/>
            </a:solidFill>
            <a:ln>
              <a:noFill/>
            </a:ln>
            <a:effectLst/>
          </p:spPr>
          <p:txBody>
            <a:bodyPr rtlCol="0" anchor="ctr"/>
            <a:lstStyle/>
            <a:p>
              <a:pPr algn="ctr"/>
            </a:p>
          </p:txBody>
        </p:sp>
        <p:sp>
          <p:nvSpPr>
            <p:cNvPr id="10" name="input types · g-lab"/>
            <p:cNvSpPr txBox="1"/>
            <p:nvPr/>
          </p:nvSpPr>
          <p:spPr>
            <a:xfrm>
              <a:off x="4559300" y="1968500"/>
              <a:ext cx="3073400" cy="152400"/>
            </a:xfrm>
            <a:prstGeom prst="rect">
              <a:avLst/>
            </a:prstGeom>
            <a:noFill/>
          </p:spPr>
          <p:txBody>
            <a:bodyPr wrap="square" anchor="t" lIns="0" rIns="0" tIns="0" bIns="0">
              <a:noAutofit/>
            </a:bodyPr>
            <a:lstStyle/>
            <a:p>
              <a:pPr algn="l">
                <a:lnSpc>
                  <a:spcPts val="1200"/>
                </a:lnSpc>
                <a:spcBef>
                  <a:spcPts val="0"/>
                </a:spcBef>
                <a:spcAft>
                  <a:spcPts val="0"/>
                </a:spcAft>
                <a:defRPr sz="1000">
                  <a:latin typeface="SF Pro Text"/>
                </a:defRPr>
              </a:pPr>
              <a:r>
                <a:rPr sz="1000" b="1" i="0" spc="20">
                  <a:solidFill>
                    <a:srgbClr val="A1A1A6"/>
                  </a:solidFill>
                  <a:latin typeface="SF Pro Text"/>
                </a:rPr>
                <a:t>INPUT TYPES</a:t>
              </a:r>
            </a:p>
          </p:txBody>
        </p:sp>
        <p:sp>
          <p:nvSpPr>
            <p:cNvPr id="11" name="input types · g-big"/>
            <p:cNvSpPr txBox="1"/>
            <p:nvPr/>
          </p:nvSpPr>
          <p:spPr>
            <a:xfrm>
              <a:off x="4559300" y="2273300"/>
              <a:ext cx="3073400" cy="457200"/>
            </a:xfrm>
            <a:prstGeom prst="rect">
              <a:avLst/>
            </a:prstGeom>
            <a:noFill/>
          </p:spPr>
          <p:txBody>
            <a:bodyPr wrap="none" anchor="t" lIns="0" rIns="0" tIns="0" bIns="0">
              <a:noAutofit/>
            </a:bodyPr>
            <a:lstStyle/>
            <a:p>
              <a:pPr algn="l">
                <a:lnSpc>
                  <a:spcPts val="3600"/>
                </a:lnSpc>
                <a:spcBef>
                  <a:spcPts val="0"/>
                </a:spcBef>
                <a:spcAft>
                  <a:spcPts val="0"/>
                </a:spcAft>
                <a:defRPr sz="3200">
                  <a:latin typeface="SF Pro Display"/>
                </a:defRPr>
              </a:pPr>
              <a:r>
                <a:rPr sz="3200" b="1" i="0" spc="-25">
                  <a:solidFill>
                    <a:srgbClr val="F5F5F7"/>
                  </a:solidFill>
                  <a:latin typeface="SF Pro Display"/>
                </a:rPr>
                <a:t>4</a:t>
              </a:r>
            </a:p>
          </p:txBody>
        </p:sp>
      </p:grpSp>
      <p:grpSp>
        <p:nvGrpSpPr>
          <p:cNvPr id="12" name="layouts"/>
          <p:cNvGrpSpPr/>
          <p:nvPr/>
        </p:nvGrpSpPr>
        <p:grpSpPr>
          <a:xfrm>
            <a:off x="8039100" y="1714500"/>
            <a:ext cx="3581400" cy="1803400"/>
            <a:chOff x="8039100" y="1714500"/>
            <a:chExt cx="3581400" cy="1803400"/>
          </a:xfrm>
        </p:grpSpPr>
        <p:sp>
          <p:nvSpPr>
            <p:cNvPr id="13" name="layouts · bento-tile"/>
            <p:cNvSpPr/>
            <p:nvPr/>
          </p:nvSpPr>
          <p:spPr>
            <a:xfrm>
              <a:off x="8039100" y="1714500"/>
              <a:ext cx="3581400" cy="1803400"/>
            </a:xfrm>
            <a:prstGeom prst="roundRect">
              <a:avLst>
                <a:gd name="adj" fmla="val 14084"/>
              </a:avLst>
            </a:prstGeom>
            <a:solidFill>
              <a:srgbClr val="1D1D1F"/>
            </a:solidFill>
            <a:ln>
              <a:noFill/>
            </a:ln>
            <a:effectLst/>
          </p:spPr>
          <p:txBody>
            <a:bodyPr rtlCol="0" anchor="ctr"/>
            <a:lstStyle/>
            <a:p>
              <a:pPr algn="ctr"/>
            </a:p>
          </p:txBody>
        </p:sp>
        <p:sp>
          <p:nvSpPr>
            <p:cNvPr id="14" name="layouts · g-lab"/>
            <p:cNvSpPr txBox="1"/>
            <p:nvPr/>
          </p:nvSpPr>
          <p:spPr>
            <a:xfrm>
              <a:off x="8293100" y="1968500"/>
              <a:ext cx="3073400" cy="152400"/>
            </a:xfrm>
            <a:prstGeom prst="rect">
              <a:avLst/>
            </a:prstGeom>
            <a:noFill/>
          </p:spPr>
          <p:txBody>
            <a:bodyPr wrap="square" anchor="t" lIns="0" rIns="0" tIns="0" bIns="0">
              <a:noAutofit/>
            </a:bodyPr>
            <a:lstStyle/>
            <a:p>
              <a:pPr algn="l">
                <a:lnSpc>
                  <a:spcPts val="1200"/>
                </a:lnSpc>
                <a:spcBef>
                  <a:spcPts val="0"/>
                </a:spcBef>
                <a:spcAft>
                  <a:spcPts val="0"/>
                </a:spcAft>
                <a:defRPr sz="1000">
                  <a:latin typeface="SF Pro Text"/>
                </a:defRPr>
              </a:pPr>
              <a:r>
                <a:rPr sz="1000" b="1" i="0" spc="20">
                  <a:solidFill>
                    <a:srgbClr val="A1A1A6"/>
                  </a:solidFill>
                  <a:latin typeface="SF Pro Text"/>
                </a:rPr>
                <a:t>LAYOUTS</a:t>
              </a:r>
            </a:p>
          </p:txBody>
        </p:sp>
        <p:sp>
          <p:nvSpPr>
            <p:cNvPr id="15" name="layouts · g-big"/>
            <p:cNvSpPr txBox="1"/>
            <p:nvPr/>
          </p:nvSpPr>
          <p:spPr>
            <a:xfrm>
              <a:off x="8293100" y="2273300"/>
              <a:ext cx="3073400" cy="457200"/>
            </a:xfrm>
            <a:prstGeom prst="rect">
              <a:avLst/>
            </a:prstGeom>
            <a:noFill/>
          </p:spPr>
          <p:txBody>
            <a:bodyPr wrap="none" anchor="t" lIns="0" rIns="0" tIns="0" bIns="0">
              <a:noAutofit/>
            </a:bodyPr>
            <a:lstStyle/>
            <a:p>
              <a:pPr algn="l">
                <a:lnSpc>
                  <a:spcPts val="3600"/>
                </a:lnSpc>
                <a:spcBef>
                  <a:spcPts val="0"/>
                </a:spcBef>
                <a:spcAft>
                  <a:spcPts val="0"/>
                </a:spcAft>
                <a:defRPr sz="3200">
                  <a:latin typeface="SF Pro Display"/>
                </a:defRPr>
              </a:pPr>
              <a:r>
                <a:rPr sz="3200" b="1" i="0" spc="-25">
                  <a:solidFill>
                    <a:srgbClr val="F5F5F7"/>
                  </a:solidFill>
                  <a:latin typeface="SF Pro Display"/>
                </a:rPr>
                <a:t>16</a:t>
              </a:r>
            </a:p>
          </p:txBody>
        </p:sp>
      </p:grpSp>
      <p:grpSp>
        <p:nvGrpSpPr>
          <p:cNvPr id="16" name="evidence density"/>
          <p:cNvGrpSpPr/>
          <p:nvPr/>
        </p:nvGrpSpPr>
        <p:grpSpPr>
          <a:xfrm>
            <a:off x="571500" y="3670300"/>
            <a:ext cx="5448300" cy="1993900"/>
            <a:chOff x="571500" y="3670300"/>
            <a:chExt cx="5448300" cy="1993900"/>
          </a:xfrm>
        </p:grpSpPr>
        <p:sp>
          <p:nvSpPr>
            <p:cNvPr id="17" name="evidence density · bento-tile"/>
            <p:cNvSpPr/>
            <p:nvPr/>
          </p:nvSpPr>
          <p:spPr>
            <a:xfrm>
              <a:off x="571500" y="3670300"/>
              <a:ext cx="5448300" cy="1993900"/>
            </a:xfrm>
            <a:prstGeom prst="roundRect">
              <a:avLst>
                <a:gd name="adj" fmla="val 12738"/>
              </a:avLst>
            </a:prstGeom>
            <a:solidFill>
              <a:srgbClr val="1D1D1F"/>
            </a:solidFill>
            <a:ln>
              <a:noFill/>
            </a:ln>
            <a:effectLst/>
          </p:spPr>
          <p:txBody>
            <a:bodyPr rtlCol="0" anchor="ctr"/>
            <a:lstStyle/>
            <a:p>
              <a:pPr algn="ctr"/>
            </a:p>
          </p:txBody>
        </p:sp>
        <p:sp>
          <p:nvSpPr>
            <p:cNvPr id="18" name="evidence density · g-lab"/>
            <p:cNvSpPr txBox="1"/>
            <p:nvPr/>
          </p:nvSpPr>
          <p:spPr>
            <a:xfrm>
              <a:off x="825500" y="3924300"/>
              <a:ext cx="4940300" cy="152400"/>
            </a:xfrm>
            <a:prstGeom prst="rect">
              <a:avLst/>
            </a:prstGeom>
            <a:noFill/>
          </p:spPr>
          <p:txBody>
            <a:bodyPr wrap="square" anchor="t" lIns="0" rIns="0" tIns="0" bIns="0">
              <a:noAutofit/>
            </a:bodyPr>
            <a:lstStyle/>
            <a:p>
              <a:pPr algn="l">
                <a:lnSpc>
                  <a:spcPts val="1200"/>
                </a:lnSpc>
                <a:spcBef>
                  <a:spcPts val="0"/>
                </a:spcBef>
                <a:spcAft>
                  <a:spcPts val="0"/>
                </a:spcAft>
                <a:defRPr sz="1000">
                  <a:latin typeface="SF Pro Text"/>
                </a:defRPr>
              </a:pPr>
              <a:r>
                <a:rPr sz="1000" b="1" i="0" spc="20">
                  <a:solidFill>
                    <a:srgbClr val="A1A1A6"/>
                  </a:solidFill>
                  <a:latin typeface="SF Pro Text"/>
                </a:rPr>
                <a:t>VALUES / WORDS</a:t>
              </a:r>
            </a:p>
          </p:txBody>
        </p:sp>
        <p:sp>
          <p:nvSpPr>
            <p:cNvPr id="19" name="evidence density · g-big"/>
            <p:cNvSpPr txBox="1"/>
            <p:nvPr/>
          </p:nvSpPr>
          <p:spPr>
            <a:xfrm>
              <a:off x="825500" y="4229100"/>
              <a:ext cx="4940300" cy="457200"/>
            </a:xfrm>
            <a:prstGeom prst="rect">
              <a:avLst/>
            </a:prstGeom>
            <a:noFill/>
          </p:spPr>
          <p:txBody>
            <a:bodyPr wrap="none" anchor="t" lIns="0" rIns="0" tIns="0" bIns="0">
              <a:noAutofit/>
            </a:bodyPr>
            <a:lstStyle/>
            <a:p>
              <a:pPr algn="l">
                <a:lnSpc>
                  <a:spcPts val="3600"/>
                </a:lnSpc>
                <a:spcBef>
                  <a:spcPts val="0"/>
                </a:spcBef>
                <a:spcAft>
                  <a:spcPts val="0"/>
                </a:spcAft>
                <a:defRPr sz="3200">
                  <a:latin typeface="SF Pro Display"/>
                </a:defRPr>
              </a:pPr>
              <a:r>
                <a:rPr sz="3200" b="1" i="0" spc="-25">
                  <a:solidFill>
                    <a:srgbClr val="F5F5F7"/>
                  </a:solidFill>
                  <a:latin typeface="SF Pro Display"/>
                </a:rPr>
                <a:t>≥10 / ≤90</a:t>
              </a:r>
            </a:p>
          </p:txBody>
        </p:sp>
        <p:sp>
          <p:nvSpPr>
            <p:cNvPr id="20" name="evidence density · caption"/>
            <p:cNvSpPr txBox="1"/>
            <p:nvPr/>
          </p:nvSpPr>
          <p:spPr>
            <a:xfrm>
              <a:off x="825500" y="4953000"/>
              <a:ext cx="49403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A1A1A6"/>
                  </a:solidFill>
                  <a:latin typeface="SF Pro Text"/>
                </a:rPr>
                <a:t>Per content slide</a:t>
              </a:r>
            </a:p>
          </p:txBody>
        </p:sp>
      </p:grpSp>
      <p:grpSp>
        <p:nvGrpSpPr>
          <p:cNvPr id="21" name="pilot edit target"/>
          <p:cNvGrpSpPr/>
          <p:nvPr/>
        </p:nvGrpSpPr>
        <p:grpSpPr>
          <a:xfrm>
            <a:off x="6172200" y="3670300"/>
            <a:ext cx="5448300" cy="1993900"/>
            <a:chOff x="6172200" y="3670300"/>
            <a:chExt cx="5448300" cy="1993900"/>
          </a:xfrm>
        </p:grpSpPr>
        <p:sp>
          <p:nvSpPr>
            <p:cNvPr id="22" name="pilot edit target · bento-tile"/>
            <p:cNvSpPr/>
            <p:nvPr/>
          </p:nvSpPr>
          <p:spPr>
            <a:xfrm>
              <a:off x="6172200" y="3670300"/>
              <a:ext cx="5448300" cy="1993900"/>
            </a:xfrm>
            <a:prstGeom prst="roundRect">
              <a:avLst>
                <a:gd name="adj" fmla="val 12738"/>
              </a:avLst>
            </a:prstGeom>
            <a:solidFill>
              <a:srgbClr val="1D1D1F"/>
            </a:solidFill>
            <a:ln>
              <a:noFill/>
            </a:ln>
            <a:effectLst/>
          </p:spPr>
          <p:txBody>
            <a:bodyPr rtlCol="0" anchor="ctr"/>
            <a:lstStyle/>
            <a:p>
              <a:pPr algn="ctr"/>
            </a:p>
          </p:txBody>
        </p:sp>
        <p:sp>
          <p:nvSpPr>
            <p:cNvPr id="23" name="pilot edit target · g-lab"/>
            <p:cNvSpPr txBox="1"/>
            <p:nvPr/>
          </p:nvSpPr>
          <p:spPr>
            <a:xfrm>
              <a:off x="6426200" y="3924300"/>
              <a:ext cx="4940300" cy="152400"/>
            </a:xfrm>
            <a:prstGeom prst="rect">
              <a:avLst/>
            </a:prstGeom>
            <a:noFill/>
          </p:spPr>
          <p:txBody>
            <a:bodyPr wrap="square" anchor="t" lIns="0" rIns="0" tIns="0" bIns="0">
              <a:noAutofit/>
            </a:bodyPr>
            <a:lstStyle/>
            <a:p>
              <a:pPr algn="l">
                <a:lnSpc>
                  <a:spcPts val="1200"/>
                </a:lnSpc>
                <a:spcBef>
                  <a:spcPts val="0"/>
                </a:spcBef>
                <a:spcAft>
                  <a:spcPts val="0"/>
                </a:spcAft>
                <a:defRPr sz="1000">
                  <a:latin typeface="SF Pro Text"/>
                </a:defRPr>
              </a:pPr>
              <a:r>
                <a:rPr sz="1000" b="1" i="0" spc="20">
                  <a:solidFill>
                    <a:srgbClr val="A1A1A6"/>
                  </a:solidFill>
                  <a:latin typeface="SF Pro Text"/>
                </a:rPr>
                <a:t>PILOT EDIT TARGET</a:t>
              </a:r>
            </a:p>
          </p:txBody>
        </p:sp>
        <p:sp>
          <p:nvSpPr>
            <p:cNvPr id="24" name="pilot edit target · g-big"/>
            <p:cNvSpPr txBox="1"/>
            <p:nvPr/>
          </p:nvSpPr>
          <p:spPr>
            <a:xfrm>
              <a:off x="6426200" y="4229100"/>
              <a:ext cx="4940300" cy="457200"/>
            </a:xfrm>
            <a:prstGeom prst="rect">
              <a:avLst/>
            </a:prstGeom>
            <a:noFill/>
          </p:spPr>
          <p:txBody>
            <a:bodyPr wrap="square" anchor="t" lIns="0" rIns="0" tIns="0" bIns="0">
              <a:noAutofit/>
            </a:bodyPr>
            <a:lstStyle/>
            <a:p>
              <a:pPr algn="l">
                <a:lnSpc>
                  <a:spcPts val="3600"/>
                </a:lnSpc>
                <a:spcBef>
                  <a:spcPts val="0"/>
                </a:spcBef>
                <a:spcAft>
                  <a:spcPts val="0"/>
                </a:spcAft>
                <a:defRPr sz="3200">
                  <a:latin typeface="SF Pro Display"/>
                </a:defRPr>
              </a:pPr>
              <a:r>
                <a:rPr sz="3200" b="1" i="0" spc="-25">
                  <a:solidFill>
                    <a:srgbClr val="F5F5F7"/>
                  </a:solidFill>
                  <a:latin typeface="SF Pro Display"/>
                </a:rPr>
                <a:t>≤15 min</a:t>
              </a:r>
            </a:p>
          </p:txBody>
        </p:sp>
        <p:sp>
          <p:nvSpPr>
            <p:cNvPr id="25" name="pilot edit target · caption"/>
            <p:cNvSpPr txBox="1"/>
            <p:nvPr/>
          </p:nvSpPr>
          <p:spPr>
            <a:xfrm>
              <a:off x="6426200" y="4953000"/>
              <a:ext cx="49403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A1A1A6"/>
                  </a:solidFill>
                  <a:latin typeface="SF Pro Text"/>
                </a:rPr>
                <a:t>Presenter's own edits</a:t>
              </a:r>
            </a:p>
          </p:txBody>
        </p:sp>
      </p:grpSp>
      <p:sp>
        <p:nvSpPr>
          <p:cNvPr id="26" name="footer footer-source"/>
          <p:cNvSpPr txBox="1"/>
          <p:nvPr/>
        </p:nvSpPr>
        <p:spPr>
          <a:xfrm>
            <a:off x="571500" y="6483350"/>
            <a:ext cx="8445500" cy="1651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0" i="0">
                <a:solidFill>
                  <a:srgbClr val="A1A1A6"/>
                </a:solidFill>
                <a:latin typeface="SF Pro Text"/>
              </a:rPr>
              <a:t>Source: Report Slides skill · approved catalogue input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bento-glass · image-needed; plain 3 tiles (1 large + 2)">
    <p:bg>
      <p:bgPr>
        <a:solidFill>
          <a:srgbClr val="FFFFFF"/>
        </a:solidFill>
        <a:effectLst/>
      </p:bgPr>
    </p:bg>
    <p:spTree>
      <p:nvGrpSpPr>
        <p:cNvPr id="1" name=""/>
        <p:cNvGrpSpPr/>
        <p:nvPr/>
      </p:nvGrpSpPr>
      <p:grpSpPr/>
      <p:sp>
        <p:nvSpPr>
          <p:cNvPr id="2" name="headline"/>
          <p:cNvSpPr>
            <a:spLocks noGrp="1"/>
          </p:cNvSpPr>
          <p:nvPr>
            <p:ph type="title"/>
          </p:nvPr>
        </p:nvSpPr>
        <p:spPr>
          <a:xfrm>
            <a:off x="571500" y="635000"/>
            <a:ext cx="11049000" cy="495300"/>
          </a:xfrm>
        </p:spPr>
        <p:txBody>
          <a:bodyPr wrap="square" anchor="t" lIns="0" rIns="0" tIns="0" bIns="0">
            <a:noAutofit/>
          </a:bodyPr>
          <a:lstStyle/>
          <a:p>
            <a:pPr algn="l">
              <a:lnSpc>
                <a:spcPts val="3800"/>
              </a:lnSpc>
              <a:spcBef>
                <a:spcPts val="0"/>
              </a:spcBef>
              <a:spcAft>
                <a:spcPts val="0"/>
              </a:spcAft>
              <a:defRPr sz="3200">
                <a:latin typeface="SF Pro Display"/>
              </a:defRPr>
            </a:pPr>
            <a:r>
              <a:rPr sz="3200" b="1" i="0" spc="-25">
                <a:solidFill>
                  <a:srgbClr val="1D1D1F"/>
                </a:solidFill>
                <a:latin typeface="SF Pro Display"/>
              </a:rPr>
              <a:t>The pilot tests presenter's editing time</a:t>
            </a:r>
          </a:p>
        </p:txBody>
      </p:sp>
      <p:sp>
        <p:nvSpPr>
          <p:cNvPr id="3" name="eyebrow"/>
          <p:cNvSpPr txBox="1"/>
          <p:nvPr/>
        </p:nvSpPr>
        <p:spPr>
          <a:xfrm>
            <a:off x="571500" y="368300"/>
            <a:ext cx="11049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Report Slides skill | How to use</a:t>
            </a:r>
          </a:p>
        </p:txBody>
      </p:sp>
      <p:sp>
        <p:nvSpPr>
          <p:cNvPr id="4" name="PowerPoint editing image needed"/>
          <p:cNvSpPr/>
          <p:nvPr/>
        </p:nvSpPr>
        <p:spPr>
          <a:xfrm>
            <a:off x="571500" y="1587500"/>
            <a:ext cx="5448300" cy="4184650"/>
          </a:xfrm>
          <a:prstGeom prst="roundRect">
            <a:avLst>
              <a:gd name="adj" fmla="val 6069"/>
            </a:avLst>
          </a:prstGeom>
          <a:noFill/>
          <a:ln w="12700">
            <a:solidFill>
              <a:srgbClr val="A1A1A6"/>
            </a:solidFill>
            <a:prstDash val="dash"/>
          </a:ln>
          <a:effectLst/>
        </p:spPr>
        <p:txBody>
          <a:bodyPr rtlCol="0" anchor="ctr" wrap="square" lIns="254000" rIns="254000" tIns="0" bIns="0">
            <a:noAutofit/>
          </a:bodyPr>
          <a:lstStyle/>
          <a:p>
            <a:pPr algn="ctr">
              <a:lnSpc>
                <a:spcPts val="1400"/>
              </a:lnSpc>
              <a:spcBef>
                <a:spcPts val="0"/>
              </a:spcBef>
              <a:spcAft>
                <a:spcPts val="0"/>
              </a:spcAft>
              <a:defRPr sz="1000">
                <a:latin typeface="SF Pro Text"/>
              </a:defRPr>
            </a:pPr>
            <a:r>
              <a:rPr sz="1000" b="0" i="0">
                <a:solidFill>
                  <a:srgbClr val="6E6E73"/>
                </a:solidFill>
                <a:latin typeface="SF Pro Text"/>
              </a:rPr>
              <a:t>Image needed: a photo of the deck being edited in PowerPoint on a Mac</a:t>
            </a:r>
          </a:p>
        </p:txBody>
      </p:sp>
      <p:grpSp>
        <p:nvGrpSpPr>
          <p:cNvPr id="5" name="pilot edit target"/>
          <p:cNvGrpSpPr/>
          <p:nvPr/>
        </p:nvGrpSpPr>
        <p:grpSpPr>
          <a:xfrm>
            <a:off x="6172200" y="1587500"/>
            <a:ext cx="5448300" cy="2012950"/>
            <a:chOff x="6172200" y="1587500"/>
            <a:chExt cx="5448300" cy="2012950"/>
          </a:xfrm>
        </p:grpSpPr>
        <p:sp>
          <p:nvSpPr>
            <p:cNvPr id="6" name="pilot edit target · bento-tile"/>
            <p:cNvSpPr/>
            <p:nvPr/>
          </p:nvSpPr>
          <p:spPr>
            <a:xfrm>
              <a:off x="6172200" y="1587500"/>
              <a:ext cx="5448300" cy="2012950"/>
            </a:xfrm>
            <a:prstGeom prst="roundRect">
              <a:avLst>
                <a:gd name="adj" fmla="val 12618"/>
              </a:avLst>
            </a:prstGeom>
            <a:solidFill>
              <a:srgbClr val="F5F5F7"/>
            </a:solidFill>
            <a:ln>
              <a:noFill/>
            </a:ln>
            <a:effectLst/>
          </p:spPr>
          <p:txBody>
            <a:bodyPr rtlCol="0" anchor="ctr"/>
            <a:lstStyle/>
            <a:p>
              <a:pPr algn="ctr"/>
            </a:p>
          </p:txBody>
        </p:sp>
        <p:sp>
          <p:nvSpPr>
            <p:cNvPr id="7" name="pilot edit target · g-lab"/>
            <p:cNvSpPr txBox="1"/>
            <p:nvPr/>
          </p:nvSpPr>
          <p:spPr>
            <a:xfrm>
              <a:off x="6451600" y="1841500"/>
              <a:ext cx="4889500" cy="152400"/>
            </a:xfrm>
            <a:prstGeom prst="rect">
              <a:avLst/>
            </a:prstGeom>
            <a:noFill/>
          </p:spPr>
          <p:txBody>
            <a:bodyPr wrap="square" anchor="t" lIns="0" rIns="0" tIns="0" bIns="0">
              <a:noAutofit/>
            </a:bodyPr>
            <a:lstStyle/>
            <a:p>
              <a:pPr algn="l">
                <a:lnSpc>
                  <a:spcPts val="1200"/>
                </a:lnSpc>
                <a:spcBef>
                  <a:spcPts val="0"/>
                </a:spcBef>
                <a:spcAft>
                  <a:spcPts val="0"/>
                </a:spcAft>
                <a:defRPr sz="1000">
                  <a:latin typeface="SF Pro Text"/>
                </a:defRPr>
              </a:pPr>
              <a:r>
                <a:rPr sz="1000" b="1" i="0" spc="20">
                  <a:solidFill>
                    <a:srgbClr val="6E6E73"/>
                  </a:solidFill>
                  <a:latin typeface="SF Pro Text"/>
                </a:rPr>
                <a:t>PILOT EDIT TARGET</a:t>
              </a:r>
            </a:p>
          </p:txBody>
        </p:sp>
        <p:sp>
          <p:nvSpPr>
            <p:cNvPr id="8" name="pilot edit target · g-big"/>
            <p:cNvSpPr txBox="1"/>
            <p:nvPr/>
          </p:nvSpPr>
          <p:spPr>
            <a:xfrm>
              <a:off x="6451600" y="2673350"/>
              <a:ext cx="4889500" cy="457200"/>
            </a:xfrm>
            <a:prstGeom prst="rect">
              <a:avLst/>
            </a:prstGeom>
            <a:noFill/>
          </p:spPr>
          <p:txBody>
            <a:bodyPr wrap="square" anchor="t" lIns="0" rIns="0" tIns="0" bIns="0">
              <a:noAutofit/>
            </a:bodyPr>
            <a:lstStyle/>
            <a:p>
              <a:pPr algn="l">
                <a:lnSpc>
                  <a:spcPts val="3600"/>
                </a:lnSpc>
                <a:spcBef>
                  <a:spcPts val="0"/>
                </a:spcBef>
                <a:spcAft>
                  <a:spcPts val="0"/>
                </a:spcAft>
                <a:defRPr sz="3200">
                  <a:latin typeface="SF Pro Display"/>
                </a:defRPr>
              </a:pPr>
              <a:r>
                <a:rPr sz="3200" b="1" i="0" spc="-25">
                  <a:solidFill>
                    <a:srgbClr val="1D1D1F"/>
                  </a:solidFill>
                  <a:latin typeface="SF Pro Display"/>
                </a:rPr>
                <a:t>≤15 min</a:t>
              </a:r>
            </a:p>
          </p:txBody>
        </p:sp>
      </p:grpSp>
      <p:grpSp>
        <p:nvGrpSpPr>
          <p:cNvPr id="9" name="install links"/>
          <p:cNvGrpSpPr/>
          <p:nvPr/>
        </p:nvGrpSpPr>
        <p:grpSpPr>
          <a:xfrm>
            <a:off x="6172200" y="3752850"/>
            <a:ext cx="2647950" cy="2019300"/>
            <a:chOff x="6172200" y="3752850"/>
            <a:chExt cx="2647950" cy="2019300"/>
          </a:xfrm>
        </p:grpSpPr>
        <p:sp>
          <p:nvSpPr>
            <p:cNvPr id="10" name="install links · bento-tile"/>
            <p:cNvSpPr/>
            <p:nvPr/>
          </p:nvSpPr>
          <p:spPr>
            <a:xfrm>
              <a:off x="6172200" y="3752850"/>
              <a:ext cx="2647950" cy="2019300"/>
            </a:xfrm>
            <a:prstGeom prst="roundRect">
              <a:avLst>
                <a:gd name="adj" fmla="val 12578"/>
              </a:avLst>
            </a:prstGeom>
            <a:solidFill>
              <a:srgbClr val="F5F5F7"/>
            </a:solidFill>
            <a:ln>
              <a:noFill/>
            </a:ln>
            <a:effectLst/>
          </p:spPr>
          <p:txBody>
            <a:bodyPr rtlCol="0" anchor="ctr"/>
            <a:lstStyle/>
            <a:p>
              <a:pPr algn="ctr"/>
            </a:p>
          </p:txBody>
        </p:sp>
        <p:sp>
          <p:nvSpPr>
            <p:cNvPr id="11" name="install links · g-lab"/>
            <p:cNvSpPr txBox="1"/>
            <p:nvPr/>
          </p:nvSpPr>
          <p:spPr>
            <a:xfrm>
              <a:off x="6426200" y="4006850"/>
              <a:ext cx="2139950" cy="152400"/>
            </a:xfrm>
            <a:prstGeom prst="rect">
              <a:avLst/>
            </a:prstGeom>
            <a:noFill/>
          </p:spPr>
          <p:txBody>
            <a:bodyPr wrap="square" anchor="t" lIns="0" rIns="0" tIns="0" bIns="0">
              <a:noAutofit/>
            </a:bodyPr>
            <a:lstStyle/>
            <a:p>
              <a:pPr algn="l">
                <a:lnSpc>
                  <a:spcPts val="1200"/>
                </a:lnSpc>
                <a:spcBef>
                  <a:spcPts val="0"/>
                </a:spcBef>
                <a:spcAft>
                  <a:spcPts val="0"/>
                </a:spcAft>
                <a:defRPr sz="1000">
                  <a:latin typeface="SF Pro Text"/>
                </a:defRPr>
              </a:pPr>
              <a:r>
                <a:rPr sz="1000" b="1" i="0" spc="20">
                  <a:solidFill>
                    <a:srgbClr val="6E6E73"/>
                  </a:solidFill>
                  <a:latin typeface="SF Pro Text"/>
                </a:rPr>
                <a:t>INSTALL LINKS</a:t>
              </a:r>
            </a:p>
          </p:txBody>
        </p:sp>
        <p:sp>
          <p:nvSpPr>
            <p:cNvPr id="12" name="install links · g-mid"/>
            <p:cNvSpPr txBox="1"/>
            <p:nvPr/>
          </p:nvSpPr>
          <p:spPr>
            <a:xfrm>
              <a:off x="6426200" y="4908550"/>
              <a:ext cx="2139950" cy="381000"/>
            </a:xfrm>
            <a:prstGeom prst="rect">
              <a:avLst/>
            </a:prstGeom>
            <a:noFill/>
          </p:spPr>
          <p:txBody>
            <a:bodyPr wrap="none" anchor="t" lIns="0" rIns="0" tIns="0" bIns="0">
              <a:noAutofit/>
            </a:bodyPr>
            <a:lstStyle/>
            <a:p>
              <a:pPr algn="l">
                <a:lnSpc>
                  <a:spcPts val="3000"/>
                </a:lnSpc>
                <a:spcBef>
                  <a:spcPts val="0"/>
                </a:spcBef>
                <a:spcAft>
                  <a:spcPts val="0"/>
                </a:spcAft>
                <a:defRPr sz="2800">
                  <a:latin typeface="SF Pro Display"/>
                </a:defRPr>
              </a:pPr>
              <a:r>
                <a:rPr sz="2800" b="1" i="0" spc="-15">
                  <a:solidFill>
                    <a:srgbClr val="1D1D1F"/>
                  </a:solidFill>
                  <a:latin typeface="SF Pro Display"/>
                </a:rPr>
                <a:t>2</a:t>
              </a:r>
            </a:p>
          </p:txBody>
        </p:sp>
      </p:grpSp>
      <p:grpSp>
        <p:nvGrpSpPr>
          <p:cNvPr id="13" name="layouts"/>
          <p:cNvGrpSpPr/>
          <p:nvPr/>
        </p:nvGrpSpPr>
        <p:grpSpPr>
          <a:xfrm>
            <a:off x="8972550" y="3752850"/>
            <a:ext cx="2647950" cy="2019300"/>
            <a:chOff x="8972550" y="3752850"/>
            <a:chExt cx="2647950" cy="2019300"/>
          </a:xfrm>
        </p:grpSpPr>
        <p:sp>
          <p:nvSpPr>
            <p:cNvPr id="14" name="layouts · bento-tile"/>
            <p:cNvSpPr/>
            <p:nvPr/>
          </p:nvSpPr>
          <p:spPr>
            <a:xfrm>
              <a:off x="8972550" y="3752850"/>
              <a:ext cx="2647950" cy="2019300"/>
            </a:xfrm>
            <a:prstGeom prst="roundRect">
              <a:avLst>
                <a:gd name="adj" fmla="val 12578"/>
              </a:avLst>
            </a:prstGeom>
            <a:solidFill>
              <a:srgbClr val="F5F5F7"/>
            </a:solidFill>
            <a:ln>
              <a:noFill/>
            </a:ln>
            <a:effectLst/>
          </p:spPr>
          <p:txBody>
            <a:bodyPr rtlCol="0" anchor="ctr"/>
            <a:lstStyle/>
            <a:p>
              <a:pPr algn="ctr"/>
            </a:p>
          </p:txBody>
        </p:sp>
        <p:sp>
          <p:nvSpPr>
            <p:cNvPr id="15" name="layouts · g-lab"/>
            <p:cNvSpPr txBox="1"/>
            <p:nvPr/>
          </p:nvSpPr>
          <p:spPr>
            <a:xfrm>
              <a:off x="9226550" y="4006850"/>
              <a:ext cx="2139950" cy="152400"/>
            </a:xfrm>
            <a:prstGeom prst="rect">
              <a:avLst/>
            </a:prstGeom>
            <a:noFill/>
          </p:spPr>
          <p:txBody>
            <a:bodyPr wrap="square" anchor="t" lIns="0" rIns="0" tIns="0" bIns="0">
              <a:noAutofit/>
            </a:bodyPr>
            <a:lstStyle/>
            <a:p>
              <a:pPr algn="l">
                <a:lnSpc>
                  <a:spcPts val="1200"/>
                </a:lnSpc>
                <a:spcBef>
                  <a:spcPts val="0"/>
                </a:spcBef>
                <a:spcAft>
                  <a:spcPts val="0"/>
                </a:spcAft>
                <a:defRPr sz="1000">
                  <a:latin typeface="SF Pro Text"/>
                </a:defRPr>
              </a:pPr>
              <a:r>
                <a:rPr sz="1000" b="1" i="0" spc="20">
                  <a:solidFill>
                    <a:srgbClr val="6E6E73"/>
                  </a:solidFill>
                  <a:latin typeface="SF Pro Text"/>
                </a:rPr>
                <a:t>LAYOUTS</a:t>
              </a:r>
            </a:p>
          </p:txBody>
        </p:sp>
        <p:sp>
          <p:nvSpPr>
            <p:cNvPr id="16" name="layouts · g-mid"/>
            <p:cNvSpPr txBox="1"/>
            <p:nvPr/>
          </p:nvSpPr>
          <p:spPr>
            <a:xfrm>
              <a:off x="9226550" y="4908550"/>
              <a:ext cx="2139950" cy="381000"/>
            </a:xfrm>
            <a:prstGeom prst="rect">
              <a:avLst/>
            </a:prstGeom>
            <a:noFill/>
          </p:spPr>
          <p:txBody>
            <a:bodyPr wrap="none" anchor="t" lIns="0" rIns="0" tIns="0" bIns="0">
              <a:noAutofit/>
            </a:bodyPr>
            <a:lstStyle/>
            <a:p>
              <a:pPr algn="l">
                <a:lnSpc>
                  <a:spcPts val="3000"/>
                </a:lnSpc>
                <a:spcBef>
                  <a:spcPts val="0"/>
                </a:spcBef>
                <a:spcAft>
                  <a:spcPts val="0"/>
                </a:spcAft>
                <a:defRPr sz="2800">
                  <a:latin typeface="SF Pro Display"/>
                </a:defRPr>
              </a:pPr>
              <a:r>
                <a:rPr sz="2800" b="1" i="0" spc="-15">
                  <a:solidFill>
                    <a:srgbClr val="1D1D1F"/>
                  </a:solidFill>
                  <a:latin typeface="SF Pro Display"/>
                </a:rPr>
                <a:t>16</a:t>
              </a:r>
            </a:p>
          </p:txBody>
        </p:sp>
      </p:grpSp>
      <p:sp>
        <p:nvSpPr>
          <p:cNvPr id="17" name="caption"/>
          <p:cNvSpPr txBox="1"/>
          <p:nvPr/>
        </p:nvSpPr>
        <p:spPr>
          <a:xfrm>
            <a:off x="571500" y="5943600"/>
            <a:ext cx="11049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Target for the presenter's own edits</a:t>
            </a:r>
          </a:p>
        </p:txBody>
      </p:sp>
      <p:sp>
        <p:nvSpPr>
          <p:cNvPr id="18" name="footer footer-source"/>
          <p:cNvSpPr txBox="1"/>
          <p:nvPr/>
        </p:nvSpPr>
        <p:spPr>
          <a:xfrm>
            <a:off x="571500" y="6483350"/>
            <a:ext cx="8445500" cy="1651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0" i="0">
                <a:solidFill>
                  <a:srgbClr val="6E6E73"/>
                </a:solidFill>
                <a:latin typeface="SF Pro Text"/>
              </a:rPr>
              <a:t>Source: Report Slides skill · approved catalogue input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glass-callouts · image-needed; 2 plain capsules">
    <p:bg>
      <p:bgPr>
        <a:solidFill>
          <a:srgbClr val="000000"/>
        </a:solidFill>
        <a:effectLst/>
      </p:bgPr>
    </p:bg>
    <p:spTree>
      <p:nvGrpSpPr>
        <p:cNvPr id="1" name=""/>
        <p:cNvGrpSpPr/>
        <p:nvPr/>
      </p:nvGrpSpPr>
      <p:grpSpPr/>
      <p:sp>
        <p:nvSpPr>
          <p:cNvPr id="2" name="headline"/>
          <p:cNvSpPr>
            <a:spLocks noGrp="1"/>
          </p:cNvSpPr>
          <p:nvPr>
            <p:ph type="title"/>
          </p:nvPr>
        </p:nvSpPr>
        <p:spPr>
          <a:xfrm>
            <a:off x="571500" y="635000"/>
            <a:ext cx="11049000" cy="495300"/>
          </a:xfrm>
        </p:spPr>
        <p:txBody>
          <a:bodyPr wrap="square" anchor="t" lIns="0" rIns="0" tIns="0" bIns="0">
            <a:noAutofit/>
          </a:bodyPr>
          <a:lstStyle/>
          <a:p>
            <a:pPr algn="l">
              <a:lnSpc>
                <a:spcPts val="3800"/>
              </a:lnSpc>
              <a:spcBef>
                <a:spcPts val="0"/>
              </a:spcBef>
              <a:spcAft>
                <a:spcPts val="0"/>
              </a:spcAft>
              <a:defRPr sz="3200">
                <a:latin typeface="SF Pro Display"/>
              </a:defRPr>
            </a:pPr>
            <a:r>
              <a:rPr sz="3200" b="1" i="0" spc="-25">
                <a:solidFill>
                  <a:srgbClr val="F5F5F7"/>
                </a:solidFill>
                <a:latin typeface="SF Pro Display"/>
              </a:rPr>
              <a:t>Choose a layout, then test the edits</a:t>
            </a:r>
          </a:p>
        </p:txBody>
      </p:sp>
      <p:sp>
        <p:nvSpPr>
          <p:cNvPr id="3" name="eyebrow"/>
          <p:cNvSpPr txBox="1"/>
          <p:nvPr/>
        </p:nvSpPr>
        <p:spPr>
          <a:xfrm>
            <a:off x="571500" y="368300"/>
            <a:ext cx="11049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A1A1A6"/>
                </a:solidFill>
                <a:latin typeface="SF Pro Text"/>
              </a:rPr>
              <a:t>Report Slides skill | How to use</a:t>
            </a:r>
          </a:p>
        </p:txBody>
      </p:sp>
      <p:sp>
        <p:nvSpPr>
          <p:cNvPr id="4" name="Mac product image needed"/>
          <p:cNvSpPr/>
          <p:nvPr/>
        </p:nvSpPr>
        <p:spPr>
          <a:xfrm>
            <a:off x="571500" y="1587500"/>
            <a:ext cx="7366000" cy="4318000"/>
          </a:xfrm>
          <a:prstGeom prst="roundRect">
            <a:avLst>
              <a:gd name="adj" fmla="val 5882"/>
            </a:avLst>
          </a:prstGeom>
          <a:noFill/>
          <a:ln w="12700">
            <a:solidFill>
              <a:srgbClr val="A1A1A6"/>
            </a:solidFill>
            <a:prstDash val="dash"/>
          </a:ln>
          <a:effectLst/>
        </p:spPr>
        <p:txBody>
          <a:bodyPr rtlCol="0" anchor="ctr" wrap="square" lIns="254000" rIns="254000" tIns="0" bIns="0">
            <a:noAutofit/>
          </a:bodyPr>
          <a:lstStyle/>
          <a:p>
            <a:pPr algn="ctr">
              <a:lnSpc>
                <a:spcPts val="1400"/>
              </a:lnSpc>
              <a:spcBef>
                <a:spcPts val="0"/>
              </a:spcBef>
              <a:spcAft>
                <a:spcPts val="0"/>
              </a:spcAft>
              <a:defRPr sz="1000">
                <a:latin typeface="SF Pro Text"/>
              </a:defRPr>
            </a:pPr>
            <a:r>
              <a:rPr sz="1000" b="0" i="0">
                <a:solidFill>
                  <a:srgbClr val="A1A1A6"/>
                </a:solidFill>
                <a:latin typeface="SF Pro Text"/>
              </a:rPr>
              <a:t>Image needed: a product photo of a Mac showing this deck</a:t>
            </a:r>
          </a:p>
        </p:txBody>
      </p:sp>
      <p:grpSp>
        <p:nvGrpSpPr>
          <p:cNvPr id="5" name="layout capsule"/>
          <p:cNvGrpSpPr/>
          <p:nvPr/>
        </p:nvGrpSpPr>
        <p:grpSpPr>
          <a:xfrm>
            <a:off x="8089900" y="2603500"/>
            <a:ext cx="3530600" cy="914400"/>
            <a:chOff x="8089900" y="2603500"/>
            <a:chExt cx="3530600" cy="914400"/>
          </a:xfrm>
        </p:grpSpPr>
        <p:sp>
          <p:nvSpPr>
            <p:cNvPr id="6" name="layout capsule · shape"/>
            <p:cNvSpPr/>
            <p:nvPr/>
          </p:nvSpPr>
          <p:spPr>
            <a:xfrm>
              <a:off x="8089900" y="2603500"/>
              <a:ext cx="3530600" cy="914400"/>
            </a:xfrm>
            <a:prstGeom prst="roundRect">
              <a:avLst>
                <a:gd name="adj" fmla="val 50000"/>
              </a:avLst>
            </a:prstGeom>
            <a:solidFill>
              <a:srgbClr val="1D1D1F"/>
            </a:solidFill>
            <a:ln>
              <a:noFill/>
            </a:ln>
            <a:effectLst/>
          </p:spPr>
          <p:txBody>
            <a:bodyPr rtlCol="0" anchor="ctr"/>
            <a:lstStyle/>
            <a:p>
              <a:pPr algn="ctr"/>
            </a:p>
          </p:txBody>
        </p:sp>
        <p:sp>
          <p:nvSpPr>
            <p:cNvPr id="7" name="layout capsule · g-lab"/>
            <p:cNvSpPr txBox="1"/>
            <p:nvPr/>
          </p:nvSpPr>
          <p:spPr>
            <a:xfrm>
              <a:off x="8343900" y="2768600"/>
              <a:ext cx="3022600" cy="152400"/>
            </a:xfrm>
            <a:prstGeom prst="rect">
              <a:avLst/>
            </a:prstGeom>
            <a:noFill/>
          </p:spPr>
          <p:txBody>
            <a:bodyPr wrap="square" anchor="t" lIns="0" rIns="0" tIns="0" bIns="0">
              <a:noAutofit/>
            </a:bodyPr>
            <a:lstStyle/>
            <a:p>
              <a:pPr algn="ctr">
                <a:lnSpc>
                  <a:spcPts val="1200"/>
                </a:lnSpc>
                <a:spcBef>
                  <a:spcPts val="0"/>
                </a:spcBef>
                <a:spcAft>
                  <a:spcPts val="0"/>
                </a:spcAft>
                <a:defRPr sz="1000">
                  <a:latin typeface="SF Pro Text"/>
                </a:defRPr>
              </a:pPr>
              <a:r>
                <a:rPr sz="1000" b="1" i="0" spc="20">
                  <a:solidFill>
                    <a:srgbClr val="A1A1A6"/>
                  </a:solidFill>
                  <a:latin typeface="SF Pro Text"/>
                </a:rPr>
                <a:t>LAYOUTS</a:t>
              </a:r>
            </a:p>
          </p:txBody>
        </p:sp>
        <p:sp>
          <p:nvSpPr>
            <p:cNvPr id="8" name="layout capsule · g-val"/>
            <p:cNvSpPr txBox="1"/>
            <p:nvPr/>
          </p:nvSpPr>
          <p:spPr>
            <a:xfrm>
              <a:off x="8343900" y="2984500"/>
              <a:ext cx="3022600" cy="330200"/>
            </a:xfrm>
            <a:prstGeom prst="rect">
              <a:avLst/>
            </a:prstGeom>
            <a:noFill/>
          </p:spPr>
          <p:txBody>
            <a:bodyPr wrap="none" anchor="t" lIns="0" rIns="0" tIns="0" bIns="0">
              <a:noAutofit/>
            </a:bodyPr>
            <a:lstStyle/>
            <a:p>
              <a:pPr algn="ctr">
                <a:lnSpc>
                  <a:spcPts val="2600"/>
                </a:lnSpc>
                <a:spcBef>
                  <a:spcPts val="0"/>
                </a:spcBef>
                <a:spcAft>
                  <a:spcPts val="0"/>
                </a:spcAft>
                <a:defRPr sz="2200">
                  <a:latin typeface="SF Pro Display"/>
                </a:defRPr>
              </a:pPr>
              <a:r>
                <a:rPr sz="2200" b="1" i="0">
                  <a:solidFill>
                    <a:srgbClr val="F5F5F7"/>
                  </a:solidFill>
                  <a:latin typeface="SF Pro Display"/>
                </a:rPr>
                <a:t>16</a:t>
              </a:r>
            </a:p>
          </p:txBody>
        </p:sp>
      </p:grpSp>
      <p:grpSp>
        <p:nvGrpSpPr>
          <p:cNvPr id="9" name="edit target capsule"/>
          <p:cNvGrpSpPr/>
          <p:nvPr/>
        </p:nvGrpSpPr>
        <p:grpSpPr>
          <a:xfrm>
            <a:off x="8089900" y="4495800"/>
            <a:ext cx="3530600" cy="914400"/>
            <a:chOff x="8089900" y="4495800"/>
            <a:chExt cx="3530600" cy="914400"/>
          </a:xfrm>
        </p:grpSpPr>
        <p:sp>
          <p:nvSpPr>
            <p:cNvPr id="10" name="edit target capsule · shape"/>
            <p:cNvSpPr/>
            <p:nvPr/>
          </p:nvSpPr>
          <p:spPr>
            <a:xfrm>
              <a:off x="8089900" y="4495800"/>
              <a:ext cx="3530600" cy="914400"/>
            </a:xfrm>
            <a:prstGeom prst="roundRect">
              <a:avLst>
                <a:gd name="adj" fmla="val 50000"/>
              </a:avLst>
            </a:prstGeom>
            <a:solidFill>
              <a:srgbClr val="1D1D1F"/>
            </a:solidFill>
            <a:ln>
              <a:noFill/>
            </a:ln>
            <a:effectLst/>
          </p:spPr>
          <p:txBody>
            <a:bodyPr rtlCol="0" anchor="ctr"/>
            <a:lstStyle/>
            <a:p>
              <a:pPr algn="ctr"/>
            </a:p>
          </p:txBody>
        </p:sp>
        <p:sp>
          <p:nvSpPr>
            <p:cNvPr id="11" name="edit target capsule · g-lab"/>
            <p:cNvSpPr txBox="1"/>
            <p:nvPr/>
          </p:nvSpPr>
          <p:spPr>
            <a:xfrm>
              <a:off x="8343900" y="4660900"/>
              <a:ext cx="3022600" cy="152400"/>
            </a:xfrm>
            <a:prstGeom prst="rect">
              <a:avLst/>
            </a:prstGeom>
            <a:noFill/>
          </p:spPr>
          <p:txBody>
            <a:bodyPr wrap="square" anchor="t" lIns="0" rIns="0" tIns="0" bIns="0">
              <a:noAutofit/>
            </a:bodyPr>
            <a:lstStyle/>
            <a:p>
              <a:pPr algn="ctr">
                <a:lnSpc>
                  <a:spcPts val="1200"/>
                </a:lnSpc>
                <a:spcBef>
                  <a:spcPts val="0"/>
                </a:spcBef>
                <a:spcAft>
                  <a:spcPts val="0"/>
                </a:spcAft>
                <a:defRPr sz="1000">
                  <a:latin typeface="SF Pro Text"/>
                </a:defRPr>
              </a:pPr>
              <a:r>
                <a:rPr sz="1000" b="1" i="0" spc="20">
                  <a:solidFill>
                    <a:srgbClr val="A1A1A6"/>
                  </a:solidFill>
                  <a:latin typeface="SF Pro Text"/>
                </a:rPr>
                <a:t>EDIT TARGET</a:t>
              </a:r>
            </a:p>
          </p:txBody>
        </p:sp>
        <p:sp>
          <p:nvSpPr>
            <p:cNvPr id="12" name="edit target capsule · g-val"/>
            <p:cNvSpPr txBox="1"/>
            <p:nvPr/>
          </p:nvSpPr>
          <p:spPr>
            <a:xfrm>
              <a:off x="8343900" y="4876800"/>
              <a:ext cx="3022600" cy="330200"/>
            </a:xfrm>
            <a:prstGeom prst="rect">
              <a:avLst/>
            </a:prstGeom>
            <a:noFill/>
          </p:spPr>
          <p:txBody>
            <a:bodyPr wrap="square" anchor="t" lIns="0" rIns="0" tIns="0" bIns="0">
              <a:noAutofit/>
            </a:bodyPr>
            <a:lstStyle/>
            <a:p>
              <a:pPr algn="ctr">
                <a:lnSpc>
                  <a:spcPts val="2600"/>
                </a:lnSpc>
                <a:spcBef>
                  <a:spcPts val="0"/>
                </a:spcBef>
                <a:spcAft>
                  <a:spcPts val="0"/>
                </a:spcAft>
                <a:defRPr sz="2200">
                  <a:latin typeface="SF Pro Display"/>
                </a:defRPr>
              </a:pPr>
              <a:r>
                <a:rPr sz="2200" b="1" i="0">
                  <a:solidFill>
                    <a:srgbClr val="F5F5F7"/>
                  </a:solidFill>
                  <a:latin typeface="SF Pro Display"/>
                </a:rPr>
                <a:t>≤15 min</a:t>
              </a:r>
            </a:p>
          </p:txBody>
        </p:sp>
      </p:grpSp>
      <p:sp>
        <p:nvSpPr>
          <p:cNvPr id="13" name="caption"/>
          <p:cNvSpPr txBox="1"/>
          <p:nvPr/>
        </p:nvSpPr>
        <p:spPr>
          <a:xfrm>
            <a:off x="571500" y="6019800"/>
            <a:ext cx="53975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A1A1A6"/>
                </a:solidFill>
                <a:latin typeface="SF Pro Text"/>
              </a:rPr>
              <a:t>Layout choice follows the source.</a:t>
            </a:r>
          </a:p>
        </p:txBody>
      </p:sp>
      <p:sp>
        <p:nvSpPr>
          <p:cNvPr id="14" name="caption"/>
          <p:cNvSpPr txBox="1"/>
          <p:nvPr/>
        </p:nvSpPr>
        <p:spPr>
          <a:xfrm>
            <a:off x="6400800" y="6019800"/>
            <a:ext cx="47625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A1A1A6"/>
                </a:solidFill>
                <a:latin typeface="SF Pro Text"/>
              </a:rPr>
              <a:t>Time the presenter's own edits.</a:t>
            </a:r>
          </a:p>
        </p:txBody>
      </p:sp>
      <p:sp>
        <p:nvSpPr>
          <p:cNvPr id="15" name="footer footer-source"/>
          <p:cNvSpPr txBox="1"/>
          <p:nvPr/>
        </p:nvSpPr>
        <p:spPr>
          <a:xfrm>
            <a:off x="571500" y="6483350"/>
            <a:ext cx="8445500" cy="1651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0" i="0">
                <a:solidFill>
                  <a:srgbClr val="A1A1A6"/>
                </a:solidFill>
                <a:latin typeface="SF Pro Text"/>
              </a:rPr>
              <a:t>Source: Report Slides skill · approved catalogue input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decision-tables · default">
    <p:bg>
      <p:bgPr>
        <a:solidFill>
          <a:srgbClr val="F3F2F5"/>
        </a:solidFill>
        <a:effectLst/>
      </p:bgPr>
    </p:bg>
    <p:spTree>
      <p:nvGrpSpPr>
        <p:cNvPr id="1" name=""/>
        <p:cNvGrpSpPr/>
        <p:nvPr/>
      </p:nvGrpSpPr>
      <p:grpSpPr/>
      <p:sp>
        <p:nvSpPr>
          <p:cNvPr id="2" name="headline"/>
          <p:cNvSpPr>
            <a:spLocks noGrp="1"/>
          </p:cNvSpPr>
          <p:nvPr>
            <p:ph type="title"/>
          </p:nvPr>
        </p:nvSpPr>
        <p:spPr>
          <a:xfrm>
            <a:off x="571500" y="679450"/>
            <a:ext cx="11049000" cy="520700"/>
          </a:xfrm>
        </p:spPr>
        <p:txBody>
          <a:bodyPr wrap="square" anchor="t" lIns="0" rIns="0" tIns="0" bIns="0">
            <a:noAutofit/>
          </a:bodyPr>
          <a:lstStyle/>
          <a:p>
            <a:pPr algn="l">
              <a:lnSpc>
                <a:spcPts val="3900"/>
              </a:lnSpc>
              <a:spcBef>
                <a:spcPts val="0"/>
              </a:spcBef>
              <a:spcAft>
                <a:spcPts val="0"/>
              </a:spcAft>
              <a:defRPr sz="3400">
                <a:latin typeface="SF Pro Display"/>
              </a:defRPr>
            </a:pPr>
            <a:r>
              <a:rPr sz="3400" b="1" i="0">
                <a:solidFill>
                  <a:srgbClr val="3C3C3E"/>
                </a:solidFill>
                <a:latin typeface="SF Pro Display"/>
              </a:rPr>
              <a:t>Start with one live report</a:t>
            </a:r>
          </a:p>
        </p:txBody>
      </p:sp>
      <p:sp>
        <p:nvSpPr>
          <p:cNvPr id="3" name="eyebrow"/>
          <p:cNvSpPr txBox="1"/>
          <p:nvPr/>
        </p:nvSpPr>
        <p:spPr>
          <a:xfrm>
            <a:off x="571500" y="368300"/>
            <a:ext cx="11049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Report Slides skill | </a:t>
            </a:r>
            <a:r>
              <a:rPr sz="1000" b="0" i="0">
                <a:solidFill>
                  <a:srgbClr val="3C3C3E"/>
                </a:solidFill>
                <a:latin typeface="SF Pro Text"/>
              </a:rPr>
              <a:t>How to use</a:t>
            </a:r>
          </a:p>
        </p:txBody>
      </p:sp>
      <p:graphicFrame>
        <p:nvGraphicFramePr>
          <p:cNvPr id="4" name="report-table"/>
          <p:cNvGraphicFramePr>
            <a:graphicFrameLocks noGrp="1"/>
          </p:cNvGraphicFramePr>
          <p:nvPr/>
        </p:nvGraphicFramePr>
        <p:xfrm>
          <a:off x="571500" y="1587500"/>
          <a:ext cx="11049000" cy="1543050"/>
        </p:xfrm>
        <a:graphic>
          <a:graphicData uri="http://schemas.openxmlformats.org/drawingml/2006/table">
            <a:tbl>
              <a:tblPr firstRow="1">
                <a:tableStyleId>{5C22544A-7EE6-4342-B048-85BDC9FD1C3A}</a:tableStyleId>
              </a:tblPr>
              <a:tblGrid>
                <a:gridCol w="3619500"/>
                <a:gridCol w="3492500"/>
                <a:gridCol w="3937000"/>
              </a:tblGrid>
              <a:tr h="384175">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6E6E73"/>
                          </a:solidFill>
                          <a:latin typeface="SF Pro Text"/>
                        </a:rPr>
                        <a:t>Option</a:t>
                      </a:r>
                    </a:p>
                  </a:txBody>
                  <a:tcPr marT="82550" marR="139700" marB="101600" marL="139700" anchor="t">
                    <a:lnL w="0">
                      <a:noFill/>
                    </a:lnL>
                    <a:lnR w="0">
                      <a:noFill/>
                    </a:lnR>
                    <a:lnT w="0">
                      <a:noFill/>
                    </a:lnT>
                    <a:lnB w="6350">
                      <a:solidFill>
                        <a:srgbClr val="D2D2D7"/>
                      </a:solidFill>
                      <a:prstDash val="solid"/>
                    </a:lnB>
                    <a:solidFill>
                      <a:srgbClr val="F3F2F5"/>
                    </a:solidFill>
                  </a:tcPr>
                </a:tc>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6E6E73"/>
                          </a:solidFill>
                          <a:latin typeface="SF Pro Text"/>
                        </a:rPr>
                        <a:t>Condition</a:t>
                      </a:r>
                    </a:p>
                  </a:txBody>
                  <a:tcPr marT="82550" marR="139700" marB="101600" marL="139700" anchor="t">
                    <a:lnL w="0">
                      <a:noFill/>
                    </a:lnL>
                    <a:lnR w="0">
                      <a:noFill/>
                    </a:lnR>
                    <a:lnT w="0">
                      <a:noFill/>
                    </a:lnT>
                    <a:lnB w="6350">
                      <a:solidFill>
                        <a:srgbClr val="D2D2D7"/>
                      </a:solidFill>
                      <a:prstDash val="solid"/>
                    </a:lnB>
                    <a:solidFill>
                      <a:srgbClr val="F3F2F5"/>
                    </a:solidFill>
                  </a:tcPr>
                </a:tc>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6E6E73"/>
                          </a:solidFill>
                          <a:latin typeface="SF Pro Text"/>
                        </a:rPr>
                        <a:t>Recommendation</a:t>
                      </a:r>
                    </a:p>
                  </a:txBody>
                  <a:tcPr marT="82550" marR="139700" marB="101600" marL="139700" anchor="t">
                    <a:lnL w="0">
                      <a:noFill/>
                    </a:lnL>
                    <a:lnR w="0">
                      <a:noFill/>
                    </a:lnR>
                    <a:lnT w="0">
                      <a:noFill/>
                    </a:lnT>
                    <a:lnB w="6350">
                      <a:solidFill>
                        <a:srgbClr val="D2D2D7"/>
                      </a:solidFill>
                      <a:prstDash val="solid"/>
                    </a:lnB>
                    <a:solidFill>
                      <a:srgbClr val="F3F2F5"/>
                    </a:solidFill>
                  </a:tcPr>
                </a:tc>
              </a:tr>
              <a:tr h="387350">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One live report</a:t>
                      </a:r>
                    </a:p>
                  </a:txBody>
                  <a:tcPr marT="82550" marR="139700" marB="101600" marL="139700" anchor="t">
                    <a:lnL w="0">
                      <a:noFill/>
                    </a:lnL>
                    <a:lnR w="0">
                      <a:noFill/>
                    </a:lnR>
                    <a:lnT w="0">
                      <a:noFill/>
                    </a:lnT>
                    <a:lnB w="6350">
                      <a:solidFill>
                        <a:srgbClr val="D2D2D7"/>
                      </a:solidFill>
                      <a:prstDash val="solid"/>
                    </a:lnB>
                    <a:solidFill>
                      <a:srgbClr val="EEEEF0"/>
                    </a:solidFill>
                  </a:tcPr>
                </a:tc>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Time presenter edits</a:t>
                      </a:r>
                    </a:p>
                  </a:txBody>
                  <a:tcPr marT="82550" marR="139700" marB="101600" marL="139700" anchor="t">
                    <a:lnL w="0">
                      <a:noFill/>
                    </a:lnL>
                    <a:lnR w="0">
                      <a:noFill/>
                    </a:lnR>
                    <a:lnT w="0">
                      <a:noFill/>
                    </a:lnT>
                    <a:lnB w="6350">
                      <a:solidFill>
                        <a:srgbClr val="D2D2D7"/>
                      </a:solidFill>
                      <a:prstDash val="solid"/>
                    </a:lnB>
                    <a:solidFill>
                      <a:srgbClr val="EEEEF0"/>
                    </a:solidFill>
                  </a:tcPr>
                </a:tc>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Recommended</a:t>
                      </a:r>
                    </a:p>
                  </a:txBody>
                  <a:tcPr marT="82550" marR="139700" marB="101600" marL="139700" anchor="t">
                    <a:lnL w="0">
                      <a:noFill/>
                    </a:lnL>
                    <a:lnR w="0">
                      <a:noFill/>
                    </a:lnR>
                    <a:lnT w="0">
                      <a:noFill/>
                    </a:lnT>
                    <a:lnB w="6350">
                      <a:solidFill>
                        <a:srgbClr val="D2D2D7"/>
                      </a:solidFill>
                      <a:prstDash val="solid"/>
                    </a:lnB>
                    <a:solidFill>
                      <a:srgbClr val="EEEEF0"/>
                    </a:solidFill>
                  </a:tcPr>
                </a:tc>
              </a:tr>
              <a:tr h="387350">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Team use</a:t>
                      </a:r>
                    </a:p>
                  </a:txBody>
                  <a:tcPr marT="82550"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After a pilot pass</a:t>
                      </a:r>
                    </a:p>
                  </a:txBody>
                  <a:tcPr marT="82550"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Then share the skill</a:t>
                      </a:r>
                    </a:p>
                  </a:txBody>
                  <a:tcPr marT="82550" marR="139700" marB="101600" marL="139700" anchor="t">
                    <a:lnL w="0">
                      <a:noFill/>
                    </a:lnL>
                    <a:lnR w="0">
                      <a:noFill/>
                    </a:lnR>
                    <a:lnT w="0">
                      <a:noFill/>
                    </a:lnT>
                    <a:lnB w="6350">
                      <a:solidFill>
                        <a:srgbClr val="D2D2D7"/>
                      </a:solidFill>
                      <a:prstDash val="solid"/>
                    </a:lnB>
                    <a:solidFill>
                      <a:srgbClr val="FFFFFF"/>
                    </a:solidFill>
                  </a:tcPr>
                </a:tc>
              </a:tr>
              <a:tr h="384175">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For information</a:t>
                      </a:r>
                    </a:p>
                  </a:txBody>
                  <a:tcPr marT="82550" marR="139700" marB="101600" marL="139700" anchor="t">
                    <a:lnL w="0">
                      <a:noFill/>
                    </a:lnL>
                    <a:lnR w="0">
                      <a:noFill/>
                    </a:lnR>
                    <a:lnT w="0">
                      <a:noFill/>
                    </a:lnT>
                    <a:lnB w="0">
                      <a:noFill/>
                    </a:lnB>
                    <a:solidFill>
                      <a:srgbClr val="FFFFFF"/>
                    </a:solidFill>
                  </a:tcPr>
                </a:tc>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No pilot</a:t>
                      </a:r>
                    </a:p>
                  </a:txBody>
                  <a:tcPr marT="82550" marR="139700" marB="101600" marL="139700" anchor="t">
                    <a:lnL w="0">
                      <a:noFill/>
                    </a:lnL>
                    <a:lnR w="0">
                      <a:noFill/>
                    </a:lnR>
                    <a:lnT w="0">
                      <a:noFill/>
                    </a:lnT>
                    <a:lnB w="0">
                      <a:noFill/>
                    </a:lnB>
                    <a:solidFill>
                      <a:srgbClr val="FFFFFF"/>
                    </a:solidFill>
                  </a:tcPr>
                </a:tc>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No decision requested</a:t>
                      </a:r>
                    </a:p>
                  </a:txBody>
                  <a:tcPr marT="82550" marR="139700" marB="101600" marL="139700" anchor="t">
                    <a:lnL w="0">
                      <a:noFill/>
                    </a:lnL>
                    <a:lnR w="0">
                      <a:noFill/>
                    </a:lnR>
                    <a:lnT w="0">
                      <a:noFill/>
                    </a:lnT>
                    <a:lnB w="0">
                      <a:noFill/>
                    </a:lnB>
                    <a:solidFill>
                      <a:srgbClr val="FFFFFF"/>
                    </a:solidFill>
                  </a:tcPr>
                </a:tc>
              </a:tr>
            </a:tbl>
          </a:graphicData>
        </a:graphic>
      </p:graphicFrame>
      <p:graphicFrame>
        <p:nvGraphicFramePr>
          <p:cNvPr id="5" name="report-table"/>
          <p:cNvGraphicFramePr>
            <a:graphicFrameLocks noGrp="1"/>
          </p:cNvGraphicFramePr>
          <p:nvPr/>
        </p:nvGraphicFramePr>
        <p:xfrm>
          <a:off x="571500" y="3746500"/>
          <a:ext cx="6731000" cy="1543050"/>
        </p:xfrm>
        <a:graphic>
          <a:graphicData uri="http://schemas.openxmlformats.org/drawingml/2006/table">
            <a:tbl>
              <a:tblPr firstRow="1">
                <a:tableStyleId>{5C22544A-7EE6-4342-B048-85BDC9FD1C3A}</a:tableStyleId>
              </a:tblPr>
              <a:tblGrid>
                <a:gridCol w="3048000"/>
                <a:gridCol w="1841500"/>
                <a:gridCol w="1841500"/>
              </a:tblGrid>
              <a:tr h="384175">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6E6E73"/>
                          </a:solidFill>
                          <a:latin typeface="SF Pro Text"/>
                        </a:rPr>
                        <a:t>Quantity</a:t>
                      </a:r>
                    </a:p>
                  </a:txBody>
                  <a:tcPr marT="82550" marR="139700" marB="101600" marL="139700" anchor="t">
                    <a:lnL w="0">
                      <a:noFill/>
                    </a:lnL>
                    <a:lnR w="0">
                      <a:noFill/>
                    </a:lnR>
                    <a:lnT w="0">
                      <a:noFill/>
                    </a:lnT>
                    <a:lnB w="6350">
                      <a:solidFill>
                        <a:srgbClr val="D2D2D7"/>
                      </a:solidFill>
                      <a:prstDash val="solid"/>
                    </a:lnB>
                    <a:solidFill>
                      <a:srgbClr val="F3F2F5"/>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6E6E73"/>
                          </a:solidFill>
                          <a:latin typeface="SF Pro Text"/>
                        </a:rPr>
                        <a:t>Actual</a:t>
                      </a:r>
                    </a:p>
                  </a:txBody>
                  <a:tcPr marT="82550" marR="139700" marB="101600" marL="139700" anchor="t">
                    <a:lnL w="0">
                      <a:noFill/>
                    </a:lnL>
                    <a:lnR w="0">
                      <a:noFill/>
                    </a:lnR>
                    <a:lnT w="0">
                      <a:noFill/>
                    </a:lnT>
                    <a:lnB w="6350">
                      <a:solidFill>
                        <a:srgbClr val="D2D2D7"/>
                      </a:solidFill>
                      <a:prstDash val="solid"/>
                    </a:lnB>
                    <a:solidFill>
                      <a:srgbClr val="F3F2F5"/>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6E6E73"/>
                          </a:solidFill>
                          <a:latin typeface="SF Pro Text"/>
                        </a:rPr>
                        <a:t>Limit / target</a:t>
                      </a:r>
                    </a:p>
                  </a:txBody>
                  <a:tcPr marT="82550" marR="139700" marB="101600" marL="139700" anchor="t">
                    <a:lnL w="0">
                      <a:noFill/>
                    </a:lnL>
                    <a:lnR w="0">
                      <a:noFill/>
                    </a:lnR>
                    <a:lnT w="0">
                      <a:noFill/>
                    </a:lnT>
                    <a:lnB w="6350">
                      <a:solidFill>
                        <a:srgbClr val="D2D2D7"/>
                      </a:solidFill>
                      <a:prstDash val="solid"/>
                    </a:lnB>
                    <a:solidFill>
                      <a:srgbClr val="F3F2F5"/>
                    </a:solidFill>
                  </a:tcPr>
                </a:tc>
              </a:tr>
              <a:tr h="387350">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R10 build time</a:t>
                      </a:r>
                    </a:p>
                  </a:txBody>
                  <a:tcPr marT="82550"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14 min</a:t>
                      </a:r>
                    </a:p>
                  </a:txBody>
                  <a:tcPr marT="82550"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2.5 h</a:t>
                      </a:r>
                    </a:p>
                  </a:txBody>
                  <a:tcPr marT="82550" marR="139700" marB="101600" marL="139700" anchor="t">
                    <a:lnL w="0">
                      <a:noFill/>
                    </a:lnL>
                    <a:lnR w="0">
                      <a:noFill/>
                    </a:lnR>
                    <a:lnT w="0">
                      <a:noFill/>
                    </a:lnT>
                    <a:lnB w="6350">
                      <a:solidFill>
                        <a:srgbClr val="D2D2D7"/>
                      </a:solidFill>
                      <a:prstDash val="solid"/>
                    </a:lnB>
                    <a:solidFill>
                      <a:srgbClr val="FFFFFF"/>
                    </a:solidFill>
                  </a:tcPr>
                </a:tc>
              </a:tr>
              <a:tr h="387350">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R10 slides</a:t>
                      </a:r>
                    </a:p>
                  </a:txBody>
                  <a:tcPr marT="82550"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3</a:t>
                      </a:r>
                    </a:p>
                  </a:txBody>
                  <a:tcPr marT="82550"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a:t>
                      </a:r>
                    </a:p>
                  </a:txBody>
                  <a:tcPr marT="82550" marR="139700" marB="101600" marL="139700" anchor="t">
                    <a:lnL w="0">
                      <a:noFill/>
                    </a:lnL>
                    <a:lnR w="0">
                      <a:noFill/>
                    </a:lnR>
                    <a:lnT w="0">
                      <a:noFill/>
                    </a:lnT>
                    <a:lnB w="6350">
                      <a:solidFill>
                        <a:srgbClr val="D2D2D7"/>
                      </a:solidFill>
                      <a:prstDash val="solid"/>
                    </a:lnB>
                    <a:solidFill>
                      <a:srgbClr val="FFFFFF"/>
                    </a:solidFill>
                  </a:tcPr>
                </a:tc>
              </a:tr>
              <a:tr h="384175">
                <a:tc>
                  <a: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Pilot edits</a:t>
                      </a:r>
                    </a:p>
                  </a:txBody>
                  <a:tcPr marT="82550" marR="139700" marB="101600" marL="139700" anchor="t">
                    <a:lnL w="0">
                      <a:noFill/>
                    </a:lnL>
                    <a:lnR w="0">
                      <a:noFill/>
                    </a:lnR>
                    <a:lnT w="0">
                      <a:noFill/>
                    </a:lnT>
                    <a:lnB w="0">
                      <a:noFill/>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a:t>
                      </a:r>
                    </a:p>
                  </a:txBody>
                  <a:tcPr marT="82550" marR="139700" marB="101600" marL="139700" anchor="t">
                    <a:lnL w="0">
                      <a:noFill/>
                    </a:lnL>
                    <a:lnR w="0">
                      <a:noFill/>
                    </a:lnR>
                    <a:lnT w="0">
                      <a:noFill/>
                    </a:lnT>
                    <a:lnB w="0">
                      <a:noFill/>
                    </a:lnB>
                    <a:solidFill>
                      <a:srgbClr val="FFFFFF"/>
                    </a:solidFill>
                  </a:tcPr>
                </a:tc>
                <a:tc>
                  <a:txBody>
                    <a:bodyPr wrap="square" anchor="t" lIns="0" rIns="0" tIns="0" bIns="0">
                      <a:noAutofit/>
                    </a:bodyPr>
                    <a:lstStyle/>
                    <a:p>
                      <a:pPr algn="r">
                        <a:lnSpc>
                          <a:spcPts val="1400"/>
                        </a:lnSpc>
                        <a:spcBef>
                          <a:spcPts val="0"/>
                        </a:spcBef>
                        <a:spcAft>
                          <a:spcPts val="0"/>
                        </a:spcAft>
                        <a:defRPr sz="1100">
                          <a:latin typeface="SF Pro Text"/>
                        </a:defRPr>
                      </a:pPr>
                      <a:r>
                        <a:rPr sz="1100" b="0" i="0">
                          <a:solidFill>
                            <a:srgbClr val="3C3C3E"/>
                          </a:solidFill>
                          <a:latin typeface="SF Pro Text"/>
                        </a:rPr>
                        <a:t>≤15 min</a:t>
                      </a:r>
                    </a:p>
                  </a:txBody>
                  <a:tcPr marT="82550" marR="139700" marB="101600" marL="139700" anchor="t">
                    <a:lnL w="0">
                      <a:noFill/>
                    </a:lnL>
                    <a:lnR w="0">
                      <a:noFill/>
                    </a:lnR>
                    <a:lnT w="0">
                      <a:noFill/>
                    </a:lnT>
                    <a:lnB w="0">
                      <a:noFill/>
                    </a:lnB>
                    <a:solidFill>
                      <a:srgbClr val="FFFFFF"/>
                    </a:solidFill>
                  </a:tcPr>
                </a:tc>
              </a:tr>
            </a:tbl>
          </a:graphicData>
        </a:graphic>
      </p:graphicFrame>
      <p:sp>
        <p:nvSpPr>
          <p:cNvPr id="6" name="group-title label"/>
          <p:cNvSpPr txBox="1"/>
          <p:nvPr/>
        </p:nvSpPr>
        <p:spPr>
          <a:xfrm>
            <a:off x="7874000" y="3803650"/>
            <a:ext cx="37465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ASK</a:t>
            </a:r>
          </a:p>
        </p:txBody>
      </p:sp>
      <p:sp>
        <p:nvSpPr>
          <p:cNvPr id="7" name="group-body"/>
          <p:cNvSpPr txBox="1"/>
          <p:nvPr/>
        </p:nvSpPr>
        <p:spPr>
          <a:xfrm>
            <a:off x="7874000" y="4000500"/>
            <a:ext cx="3746500" cy="190500"/>
          </a:xfrm>
          <a:prstGeom prst="rect">
            <a:avLst/>
          </a:prstGeom>
          <a:noFill/>
        </p:spPr>
        <p:txBody>
          <a:bodyPr wrap="square" anchor="t" lIns="0" rIns="0" tIns="0" bIns="0">
            <a:noAutofit/>
          </a:bodyPr>
          <a:lstStyle/>
          <a:p>
            <a:pPr algn="l">
              <a:lnSpc>
                <a:spcPts val="1500"/>
              </a:lnSpc>
              <a:spcBef>
                <a:spcPts val="0"/>
              </a:spcBef>
              <a:spcAft>
                <a:spcPts val="0"/>
              </a:spcAft>
              <a:defRPr sz="1100">
                <a:latin typeface="SF Pro Text"/>
              </a:defRPr>
            </a:pPr>
            <a:r>
              <a:rPr sz="1100" b="0" i="0">
                <a:solidFill>
                  <a:srgbClr val="3C3C3E"/>
                </a:solidFill>
                <a:latin typeface="SF Pro Text"/>
              </a:rPr>
              <a:t>Owner: choose one live report.</a:t>
            </a:r>
          </a:p>
        </p:txBody>
      </p:sp>
      <p:sp>
        <p:nvSpPr>
          <p:cNvPr id="8" name="group-title label"/>
          <p:cNvSpPr txBox="1"/>
          <p:nvPr/>
        </p:nvSpPr>
        <p:spPr>
          <a:xfrm>
            <a:off x="7874000" y="4629150"/>
            <a:ext cx="3746500" cy="1524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1" i="0">
                <a:solidFill>
                  <a:srgbClr val="6E6E73"/>
                </a:solidFill>
                <a:latin typeface="SF Pro Text"/>
              </a:rPr>
              <a:t>NEXT GATE</a:t>
            </a:r>
          </a:p>
        </p:txBody>
      </p:sp>
      <p:sp>
        <p:nvSpPr>
          <p:cNvPr id="9" name="group-body"/>
          <p:cNvSpPr txBox="1"/>
          <p:nvPr/>
        </p:nvSpPr>
        <p:spPr>
          <a:xfrm>
            <a:off x="7874000" y="4826000"/>
            <a:ext cx="3746500" cy="190500"/>
          </a:xfrm>
          <a:prstGeom prst="rect">
            <a:avLst/>
          </a:prstGeom>
          <a:noFill/>
        </p:spPr>
        <p:txBody>
          <a:bodyPr wrap="square" anchor="t" lIns="0" rIns="0" tIns="0" bIns="0">
            <a:noAutofit/>
          </a:bodyPr>
          <a:lstStyle/>
          <a:p>
            <a:pPr algn="l">
              <a:lnSpc>
                <a:spcPts val="1500"/>
              </a:lnSpc>
              <a:spcBef>
                <a:spcPts val="0"/>
              </a:spcBef>
              <a:spcAft>
                <a:spcPts val="0"/>
              </a:spcAft>
              <a:defRPr sz="1100">
                <a:latin typeface="SF Pro Text"/>
              </a:defRPr>
            </a:pPr>
            <a:r>
              <a:rPr sz="1100" b="0" i="0">
                <a:solidFill>
                  <a:srgbClr val="3C3C3E"/>
                </a:solidFill>
                <a:latin typeface="SF Pro Text"/>
              </a:rPr>
              <a:t>≤15 min edits unlocks team use.</a:t>
            </a:r>
          </a:p>
        </p:txBody>
      </p:sp>
      <p:sp>
        <p:nvSpPr>
          <p:cNvPr id="10" name="caption"/>
          <p:cNvSpPr txBox="1"/>
          <p:nvPr/>
        </p:nvSpPr>
        <p:spPr>
          <a:xfrm>
            <a:off x="7874000" y="5461000"/>
            <a:ext cx="37465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Date · TBD</a:t>
            </a:r>
          </a:p>
        </p:txBody>
      </p:sp>
      <p:sp>
        <p:nvSpPr>
          <p:cNvPr id="11" name="footer footer-source"/>
          <p:cNvSpPr txBox="1"/>
          <p:nvPr/>
        </p:nvSpPr>
        <p:spPr>
          <a:xfrm>
            <a:off x="571500" y="6483350"/>
            <a:ext cx="8445500" cy="1651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0" i="0">
                <a:solidFill>
                  <a:srgbClr val="6E6E73"/>
                </a:solidFill>
                <a:latin typeface="SF Pro Text"/>
              </a:rPr>
              <a:t>Source: Report Slides skill · approved catalogue input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evidence-actions · four actions">
    <p:bg>
      <p:bgPr>
        <a:solidFill>
          <a:srgbClr val="F3F2F5"/>
        </a:solidFill>
        <a:effectLst/>
      </p:bgPr>
    </p:bg>
    <p:spTree>
      <p:nvGrpSpPr>
        <p:cNvPr id="1" name=""/>
        <p:cNvGrpSpPr/>
        <p:nvPr/>
      </p:nvGrpSpPr>
      <p:grpSpPr/>
      <p:sp>
        <p:nvSpPr>
          <p:cNvPr id="2" name="headline"/>
          <p:cNvSpPr>
            <a:spLocks noGrp="1"/>
          </p:cNvSpPr>
          <p:nvPr>
            <p:ph type="title"/>
          </p:nvPr>
        </p:nvSpPr>
        <p:spPr>
          <a:xfrm>
            <a:off x="571500" y="679450"/>
            <a:ext cx="11049000" cy="520700"/>
          </a:xfrm>
        </p:spPr>
        <p:txBody>
          <a:bodyPr wrap="square" anchor="t" lIns="0" rIns="0" tIns="0" bIns="0">
            <a:noAutofit/>
          </a:bodyPr>
          <a:lstStyle/>
          <a:p>
            <a:pPr algn="l">
              <a:lnSpc>
                <a:spcPts val="3900"/>
              </a:lnSpc>
              <a:spcBef>
                <a:spcPts val="0"/>
              </a:spcBef>
              <a:spcAft>
                <a:spcPts val="0"/>
              </a:spcAft>
              <a:defRPr sz="3400">
                <a:latin typeface="SF Pro Display"/>
              </a:defRPr>
            </a:pPr>
            <a:r>
              <a:rPr sz="3400" b="1" i="0">
                <a:solidFill>
                  <a:srgbClr val="3C3C3E"/>
                </a:solidFill>
                <a:latin typeface="SF Pro Display"/>
              </a:rPr>
              <a:t>Build the pilot and time the edits</a:t>
            </a:r>
          </a:p>
        </p:txBody>
      </p:sp>
      <p:sp>
        <p:nvSpPr>
          <p:cNvPr id="3" name="eyebrow"/>
          <p:cNvSpPr txBox="1"/>
          <p:nvPr/>
        </p:nvSpPr>
        <p:spPr>
          <a:xfrm>
            <a:off x="571500" y="368300"/>
            <a:ext cx="11049000" cy="177800"/>
          </a:xfrm>
          <a:prstGeom prst="rect">
            <a:avLst/>
          </a:prstGeom>
          <a:noFill/>
        </p:spPr>
        <p:txBody>
          <a:bodyPr wrap="square" anchor="t" lIns="0" rIns="0" tIns="0" bIns="0">
            <a:noAutofit/>
          </a:bodyPr>
          <a:lstStyle/>
          <a:p>
            <a:pPr algn="l">
              <a:lnSpc>
                <a:spcPts val="1400"/>
              </a:lnSpc>
              <a:spcBef>
                <a:spcPts val="0"/>
              </a:spcBef>
              <a:spcAft>
                <a:spcPts val="0"/>
              </a:spcAft>
              <a:defRPr sz="1000">
                <a:latin typeface="SF Pro Text"/>
              </a:defRPr>
            </a:pPr>
            <a:r>
              <a:rPr sz="1000" b="0" i="0">
                <a:solidFill>
                  <a:srgbClr val="6E6E73"/>
                </a:solidFill>
                <a:latin typeface="SF Pro Text"/>
              </a:rPr>
              <a:t>Report Slides skill | </a:t>
            </a:r>
            <a:r>
              <a:rPr sz="1000" b="0" i="0">
                <a:solidFill>
                  <a:srgbClr val="3C3C3E"/>
                </a:solidFill>
                <a:latin typeface="SF Pro Text"/>
              </a:rPr>
              <a:t>How to use</a:t>
            </a:r>
          </a:p>
        </p:txBody>
      </p:sp>
      <p:graphicFrame>
        <p:nvGraphicFramePr>
          <p:cNvPr id="4" name="report-table"/>
          <p:cNvGraphicFramePr>
            <a:graphicFrameLocks noGrp="1"/>
          </p:cNvGraphicFramePr>
          <p:nvPr/>
        </p:nvGraphicFramePr>
        <p:xfrm>
          <a:off x="571500" y="1651000"/>
          <a:ext cx="11049000" cy="2089150"/>
        </p:xfrm>
        <a:graphic>
          <a:graphicData uri="http://schemas.openxmlformats.org/drawingml/2006/table">
            <a:tbl>
              <a:tblPr firstRow="1">
                <a:tableStyleId>{5C22544A-7EE6-4342-B048-85BDC9FD1C3A}</a:tableStyleId>
              </a:tblPr>
              <a:tblGrid>
                <a:gridCol w="4445000"/>
                <a:gridCol w="2730500"/>
                <a:gridCol w="2095500"/>
                <a:gridCol w="1778000"/>
              </a:tblGrid>
              <a:tr h="415925">
                <a:tc>
                  <a:txBody>
                    <a:bodyPr wrap="square" anchor="t" lIns="0" rIns="0" tIns="0" bIns="0">
                      <a:noAutofit/>
                    </a:bodyPr>
                    <a:lstStyle/>
                    <a:p>
                      <a:pPr algn="l">
                        <a:lnSpc>
                          <a:spcPts val="1650"/>
                        </a:lnSpc>
                        <a:spcBef>
                          <a:spcPts val="0"/>
                        </a:spcBef>
                        <a:spcAft>
                          <a:spcPts val="0"/>
                        </a:spcAft>
                        <a:defRPr sz="1100">
                          <a:latin typeface="SF Pro Text"/>
                        </a:defRPr>
                      </a:pPr>
                      <a:r>
                        <a:rPr sz="1100" b="0" i="0">
                          <a:solidFill>
                            <a:srgbClr val="6E6E73"/>
                          </a:solidFill>
                          <a:latin typeface="SF Pro Text"/>
                        </a:rPr>
                        <a:t>Action</a:t>
                      </a:r>
                    </a:p>
                  </a:txBody>
                  <a:tcPr marT="66675" marR="139700" marB="101600" marL="139700" anchor="t">
                    <a:lnL w="0">
                      <a:noFill/>
                    </a:lnL>
                    <a:lnR w="0">
                      <a:noFill/>
                    </a:lnR>
                    <a:lnT w="0">
                      <a:noFill/>
                    </a:lnT>
                    <a:lnB w="6350">
                      <a:solidFill>
                        <a:srgbClr val="D2D2D7"/>
                      </a:solidFill>
                      <a:prstDash val="solid"/>
                    </a:lnB>
                    <a:solidFill>
                      <a:srgbClr val="F3F2F5"/>
                    </a:solidFill>
                  </a:tcPr>
                </a:tc>
                <a:tc>
                  <a:txBody>
                    <a:bodyPr wrap="square" anchor="t" lIns="0" rIns="0" tIns="0" bIns="0">
                      <a:noAutofit/>
                    </a:bodyPr>
                    <a:lstStyle/>
                    <a:p>
                      <a:pPr algn="l">
                        <a:lnSpc>
                          <a:spcPts val="1650"/>
                        </a:lnSpc>
                        <a:spcBef>
                          <a:spcPts val="0"/>
                        </a:spcBef>
                        <a:spcAft>
                          <a:spcPts val="0"/>
                        </a:spcAft>
                        <a:defRPr sz="1100">
                          <a:latin typeface="SF Pro Text"/>
                        </a:defRPr>
                      </a:pPr>
                      <a:r>
                        <a:rPr sz="1100" b="0" i="0">
                          <a:solidFill>
                            <a:srgbClr val="6E6E73"/>
                          </a:solidFill>
                          <a:latin typeface="SF Pro Text"/>
                        </a:rPr>
                        <a:t>Target / condition</a:t>
                      </a:r>
                    </a:p>
                  </a:txBody>
                  <a:tcPr marT="66675" marR="139700" marB="101600" marL="139700" anchor="t">
                    <a:lnL w="0">
                      <a:noFill/>
                    </a:lnL>
                    <a:lnR w="0">
                      <a:noFill/>
                    </a:lnR>
                    <a:lnT w="0">
                      <a:noFill/>
                    </a:lnT>
                    <a:lnB w="6350">
                      <a:solidFill>
                        <a:srgbClr val="D2D2D7"/>
                      </a:solidFill>
                      <a:prstDash val="solid"/>
                    </a:lnB>
                    <a:solidFill>
                      <a:srgbClr val="F3F2F5"/>
                    </a:solidFill>
                  </a:tcPr>
                </a:tc>
                <a:tc>
                  <a:txBody>
                    <a:bodyPr wrap="square" anchor="t" lIns="0" rIns="0" tIns="0" bIns="0">
                      <a:noAutofit/>
                    </a:bodyPr>
                    <a:lstStyle/>
                    <a:p>
                      <a:pPr algn="l">
                        <a:lnSpc>
                          <a:spcPts val="1650"/>
                        </a:lnSpc>
                        <a:spcBef>
                          <a:spcPts val="0"/>
                        </a:spcBef>
                        <a:spcAft>
                          <a:spcPts val="0"/>
                        </a:spcAft>
                        <a:defRPr sz="1100">
                          <a:latin typeface="SF Pro Text"/>
                        </a:defRPr>
                      </a:pPr>
                      <a:r>
                        <a:rPr sz="1100" b="0" i="0">
                          <a:solidFill>
                            <a:srgbClr val="6E6E73"/>
                          </a:solidFill>
                          <a:latin typeface="SF Pro Text"/>
                        </a:rPr>
                        <a:t>Owner</a:t>
                      </a:r>
                    </a:p>
                  </a:txBody>
                  <a:tcPr marT="66675" marR="139700" marB="101600" marL="139700" anchor="t">
                    <a:lnL w="0">
                      <a:noFill/>
                    </a:lnL>
                    <a:lnR w="0">
                      <a:noFill/>
                    </a:lnR>
                    <a:lnT w="0">
                      <a:noFill/>
                    </a:lnT>
                    <a:lnB w="6350">
                      <a:solidFill>
                        <a:srgbClr val="D2D2D7"/>
                      </a:solidFill>
                      <a:prstDash val="solid"/>
                    </a:lnB>
                    <a:solidFill>
                      <a:srgbClr val="F3F2F5"/>
                    </a:solidFill>
                  </a:tcPr>
                </a:tc>
                <a:tc>
                  <a:txBody>
                    <a:bodyPr wrap="square" anchor="t" lIns="0" rIns="0" tIns="0" bIns="0">
                      <a:noAutofit/>
                    </a:bodyPr>
                    <a:lstStyle/>
                    <a:p>
                      <a:pPr algn="l">
                        <a:lnSpc>
                          <a:spcPts val="1650"/>
                        </a:lnSpc>
                        <a:spcBef>
                          <a:spcPts val="0"/>
                        </a:spcBef>
                        <a:spcAft>
                          <a:spcPts val="0"/>
                        </a:spcAft>
                        <a:defRPr sz="1100">
                          <a:latin typeface="SF Pro Text"/>
                        </a:defRPr>
                      </a:pPr>
                      <a:r>
                        <a:rPr sz="1100" b="0" i="0">
                          <a:solidFill>
                            <a:srgbClr val="6E6E73"/>
                          </a:solidFill>
                          <a:latin typeface="SF Pro Text"/>
                        </a:rPr>
                        <a:t>Date</a:t>
                      </a:r>
                    </a:p>
                  </a:txBody>
                  <a:tcPr marT="66675" marR="139700" marB="101600" marL="139700" anchor="t">
                    <a:lnL w="0">
                      <a:noFill/>
                    </a:lnL>
                    <a:lnR w="0">
                      <a:noFill/>
                    </a:lnR>
                    <a:lnT w="0">
                      <a:noFill/>
                    </a:lnT>
                    <a:lnB w="6350">
                      <a:solidFill>
                        <a:srgbClr val="D2D2D7"/>
                      </a:solidFill>
                      <a:prstDash val="solid"/>
                    </a:lnB>
                    <a:solidFill>
                      <a:srgbClr val="F3F2F5"/>
                    </a:solidFill>
                  </a:tcPr>
                </a:tc>
              </a:tr>
              <a:tr h="419100">
                <a:tc>
                  <a:txBody>
                    <a:bodyPr wrap="square" anchor="t" lIns="0" rIns="0" tIns="0" bIns="0">
                      <a:noAutofit/>
                    </a:bodyPr>
                    <a:lstStyle/>
                    <a:p>
                      <a:pPr algn="l">
                        <a:lnSpc>
                          <a:spcPts val="1650"/>
                        </a:lnSpc>
                        <a:spcBef>
                          <a:spcPts val="0"/>
                        </a:spcBef>
                        <a:spcAft>
                          <a:spcPts val="0"/>
                        </a:spcAft>
                        <a:defRPr sz="1100">
                          <a:latin typeface="SF Pro Text"/>
                        </a:defRPr>
                      </a:pPr>
                      <a:r>
                        <a:rPr sz="1100" b="0" i="0">
                          <a:solidFill>
                            <a:srgbClr val="3C3C3E"/>
                          </a:solidFill>
                          <a:latin typeface="SF Pro Text"/>
                        </a:rPr>
                        <a:t>Build from one live report</a:t>
                      </a:r>
                    </a:p>
                  </a:txBody>
                  <a:tcPr marT="66675"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l">
                        <a:lnSpc>
                          <a:spcPts val="1650"/>
                        </a:lnSpc>
                        <a:spcBef>
                          <a:spcPts val="0"/>
                        </a:spcBef>
                        <a:spcAft>
                          <a:spcPts val="0"/>
                        </a:spcAft>
                        <a:defRPr sz="1100">
                          <a:latin typeface="SF Pro Text"/>
                        </a:defRPr>
                      </a:pPr>
                      <a:r>
                        <a:rPr sz="1100" b="0" i="0">
                          <a:solidFill>
                            <a:srgbClr val="3C3C3E"/>
                          </a:solidFill>
                          <a:latin typeface="SF Pro Text"/>
                        </a:rPr>
                        <a:t>Real-deck pilot</a:t>
                      </a:r>
                    </a:p>
                  </a:txBody>
                  <a:tcPr marT="66675"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l">
                        <a:lnSpc>
                          <a:spcPts val="1650"/>
                        </a:lnSpc>
                        <a:spcBef>
                          <a:spcPts val="0"/>
                        </a:spcBef>
                        <a:spcAft>
                          <a:spcPts val="0"/>
                        </a:spcAft>
                        <a:defRPr sz="1100">
                          <a:latin typeface="SF Pro Text"/>
                        </a:defRPr>
                      </a:pPr>
                      <a:r>
                        <a:rPr sz="1100" b="0" i="0">
                          <a:solidFill>
                            <a:srgbClr val="3C3C3E"/>
                          </a:solidFill>
                          <a:latin typeface="SF Pro Text"/>
                        </a:rPr>
                        <a:t>Owner</a:t>
                      </a:r>
                    </a:p>
                  </a:txBody>
                  <a:tcPr marT="66675"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l">
                        <a:lnSpc>
                          <a:spcPts val="1650"/>
                        </a:lnSpc>
                        <a:spcBef>
                          <a:spcPts val="0"/>
                        </a:spcBef>
                        <a:spcAft>
                          <a:spcPts val="0"/>
                        </a:spcAft>
                        <a:defRPr sz="1100">
                          <a:latin typeface="SF Pro Text"/>
                        </a:defRPr>
                      </a:pPr>
                      <a:r>
                        <a:rPr sz="1100" b="0" i="0">
                          <a:solidFill>
                            <a:srgbClr val="3C3C3E"/>
                          </a:solidFill>
                          <a:latin typeface="SF Pro Text"/>
                        </a:rPr>
                        <a:t>TBD</a:t>
                      </a:r>
                    </a:p>
                  </a:txBody>
                  <a:tcPr marT="66675" marR="139700" marB="101600" marL="139700" anchor="t">
                    <a:lnL w="0">
                      <a:noFill/>
                    </a:lnL>
                    <a:lnR w="0">
                      <a:noFill/>
                    </a:lnR>
                    <a:lnT w="0">
                      <a:noFill/>
                    </a:lnT>
                    <a:lnB w="6350">
                      <a:solidFill>
                        <a:srgbClr val="D2D2D7"/>
                      </a:solidFill>
                      <a:prstDash val="solid"/>
                    </a:lnB>
                    <a:solidFill>
                      <a:srgbClr val="FFFFFF"/>
                    </a:solidFill>
                  </a:tcPr>
                </a:tc>
              </a:tr>
              <a:tr h="419100">
                <a:tc>
                  <a:txBody>
                    <a:bodyPr wrap="square" anchor="t" lIns="0" rIns="0" tIns="0" bIns="0">
                      <a:noAutofit/>
                    </a:bodyPr>
                    <a:lstStyle/>
                    <a:p>
                      <a:pPr algn="l">
                        <a:lnSpc>
                          <a:spcPts val="1650"/>
                        </a:lnSpc>
                        <a:spcBef>
                          <a:spcPts val="0"/>
                        </a:spcBef>
                        <a:spcAft>
                          <a:spcPts val="0"/>
                        </a:spcAft>
                        <a:defRPr sz="1100">
                          <a:latin typeface="SF Pro Text"/>
                        </a:defRPr>
                      </a:pPr>
                      <a:r>
                        <a:rPr sz="1100" b="0" i="0">
                          <a:solidFill>
                            <a:srgbClr val="3C3C3E"/>
                          </a:solidFill>
                          <a:latin typeface="SF Pro Text"/>
                        </a:rPr>
                        <a:t>Time the edits</a:t>
                      </a:r>
                    </a:p>
                  </a:txBody>
                  <a:tcPr marT="66675"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l">
                        <a:lnSpc>
                          <a:spcPts val="1650"/>
                        </a:lnSpc>
                        <a:spcBef>
                          <a:spcPts val="0"/>
                        </a:spcBef>
                        <a:spcAft>
                          <a:spcPts val="0"/>
                        </a:spcAft>
                        <a:defRPr sz="1100">
                          <a:latin typeface="SF Pro Text"/>
                        </a:defRPr>
                      </a:pPr>
                      <a:r>
                        <a:rPr sz="1100" b="0" i="0">
                          <a:solidFill>
                            <a:srgbClr val="3C3C3E"/>
                          </a:solidFill>
                          <a:latin typeface="SF Pro Text"/>
                        </a:rPr>
                        <a:t>≤15 min</a:t>
                      </a:r>
                    </a:p>
                  </a:txBody>
                  <a:tcPr marT="66675"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l">
                        <a:lnSpc>
                          <a:spcPts val="1650"/>
                        </a:lnSpc>
                        <a:spcBef>
                          <a:spcPts val="0"/>
                        </a:spcBef>
                        <a:spcAft>
                          <a:spcPts val="0"/>
                        </a:spcAft>
                        <a:defRPr sz="1100">
                          <a:latin typeface="SF Pro Text"/>
                        </a:defRPr>
                      </a:pPr>
                      <a:r>
                        <a:rPr sz="1100" b="0" i="0">
                          <a:solidFill>
                            <a:srgbClr val="3C3C3E"/>
                          </a:solidFill>
                          <a:latin typeface="SF Pro Text"/>
                        </a:rPr>
                        <a:t>TBD</a:t>
                      </a:r>
                    </a:p>
                  </a:txBody>
                  <a:tcPr marT="66675"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l">
                        <a:lnSpc>
                          <a:spcPts val="1650"/>
                        </a:lnSpc>
                        <a:spcBef>
                          <a:spcPts val="0"/>
                        </a:spcBef>
                        <a:spcAft>
                          <a:spcPts val="0"/>
                        </a:spcAft>
                        <a:defRPr sz="1100">
                          <a:latin typeface="SF Pro Text"/>
                        </a:defRPr>
                      </a:pPr>
                      <a:r>
                        <a:rPr sz="1100" b="0" i="0">
                          <a:solidFill>
                            <a:srgbClr val="3C3C3E"/>
                          </a:solidFill>
                          <a:latin typeface="SF Pro Text"/>
                        </a:rPr>
                        <a:t>TBD</a:t>
                      </a:r>
                    </a:p>
                  </a:txBody>
                  <a:tcPr marT="66675" marR="139700" marB="101600" marL="139700" anchor="t">
                    <a:lnL w="0">
                      <a:noFill/>
                    </a:lnL>
                    <a:lnR w="0">
                      <a:noFill/>
                    </a:lnR>
                    <a:lnT w="0">
                      <a:noFill/>
                    </a:lnT>
                    <a:lnB w="6350">
                      <a:solidFill>
                        <a:srgbClr val="D2D2D7"/>
                      </a:solidFill>
                      <a:prstDash val="solid"/>
                    </a:lnB>
                    <a:solidFill>
                      <a:srgbClr val="FFFFFF"/>
                    </a:solidFill>
                  </a:tcPr>
                </a:tc>
              </a:tr>
              <a:tr h="419100">
                <a:tc>
                  <a:txBody>
                    <a:bodyPr wrap="square" anchor="t" lIns="0" rIns="0" tIns="0" bIns="0">
                      <a:noAutofit/>
                    </a:bodyPr>
                    <a:lstStyle/>
                    <a:p>
                      <a:pPr algn="l">
                        <a:lnSpc>
                          <a:spcPts val="1650"/>
                        </a:lnSpc>
                        <a:spcBef>
                          <a:spcPts val="0"/>
                        </a:spcBef>
                        <a:spcAft>
                          <a:spcPts val="0"/>
                        </a:spcAft>
                        <a:defRPr sz="1100">
                          <a:latin typeface="SF Pro Text"/>
                        </a:defRPr>
                      </a:pPr>
                      <a:r>
                        <a:rPr sz="1100" b="0" i="0">
                          <a:solidFill>
                            <a:srgbClr val="3C3C3E"/>
                          </a:solidFill>
                          <a:latin typeface="SF Pro Text"/>
                        </a:rPr>
                        <a:t>Share with the team</a:t>
                      </a:r>
                    </a:p>
                  </a:txBody>
                  <a:tcPr marT="66675"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l">
                        <a:lnSpc>
                          <a:spcPts val="1650"/>
                        </a:lnSpc>
                        <a:spcBef>
                          <a:spcPts val="0"/>
                        </a:spcBef>
                        <a:spcAft>
                          <a:spcPts val="0"/>
                        </a:spcAft>
                        <a:defRPr sz="1100">
                          <a:latin typeface="SF Pro Text"/>
                        </a:defRPr>
                      </a:pPr>
                      <a:r>
                        <a:rPr sz="1100" b="0" i="0">
                          <a:solidFill>
                            <a:srgbClr val="3C3C3E"/>
                          </a:solidFill>
                          <a:latin typeface="SF Pro Text"/>
                        </a:rPr>
                        <a:t>After a pass</a:t>
                      </a:r>
                    </a:p>
                  </a:txBody>
                  <a:tcPr marT="66675"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l">
                        <a:lnSpc>
                          <a:spcPts val="1650"/>
                        </a:lnSpc>
                        <a:spcBef>
                          <a:spcPts val="0"/>
                        </a:spcBef>
                        <a:spcAft>
                          <a:spcPts val="0"/>
                        </a:spcAft>
                        <a:defRPr sz="1100">
                          <a:latin typeface="SF Pro Text"/>
                        </a:defRPr>
                      </a:pPr>
                      <a:r>
                        <a:rPr sz="1100" b="0" i="0">
                          <a:solidFill>
                            <a:srgbClr val="3C3C3E"/>
                          </a:solidFill>
                          <a:latin typeface="SF Pro Text"/>
                        </a:rPr>
                        <a:t>TBD</a:t>
                      </a:r>
                    </a:p>
                  </a:txBody>
                  <a:tcPr marT="66675" marR="139700" marB="101600" marL="139700" anchor="t">
                    <a:lnL w="0">
                      <a:noFill/>
                    </a:lnL>
                    <a:lnR w="0">
                      <a:noFill/>
                    </a:lnR>
                    <a:lnT w="0">
                      <a:noFill/>
                    </a:lnT>
                    <a:lnB w="6350">
                      <a:solidFill>
                        <a:srgbClr val="D2D2D7"/>
                      </a:solidFill>
                      <a:prstDash val="solid"/>
                    </a:lnB>
                    <a:solidFill>
                      <a:srgbClr val="FFFFFF"/>
                    </a:solidFill>
                  </a:tcPr>
                </a:tc>
                <a:tc>
                  <a:txBody>
                    <a:bodyPr wrap="square" anchor="t" lIns="0" rIns="0" tIns="0" bIns="0">
                      <a:noAutofit/>
                    </a:bodyPr>
                    <a:lstStyle/>
                    <a:p>
                      <a:pPr algn="l">
                        <a:lnSpc>
                          <a:spcPts val="1650"/>
                        </a:lnSpc>
                        <a:spcBef>
                          <a:spcPts val="0"/>
                        </a:spcBef>
                        <a:spcAft>
                          <a:spcPts val="0"/>
                        </a:spcAft>
                        <a:defRPr sz="1100">
                          <a:latin typeface="SF Pro Text"/>
                        </a:defRPr>
                      </a:pPr>
                      <a:r>
                        <a:rPr sz="1100" b="0" i="0">
                          <a:solidFill>
                            <a:srgbClr val="3C3C3E"/>
                          </a:solidFill>
                          <a:latin typeface="SF Pro Text"/>
                        </a:rPr>
                        <a:t>TBD</a:t>
                      </a:r>
                    </a:p>
                  </a:txBody>
                  <a:tcPr marT="66675" marR="139700" marB="101600" marL="139700" anchor="t">
                    <a:lnL w="0">
                      <a:noFill/>
                    </a:lnL>
                    <a:lnR w="0">
                      <a:noFill/>
                    </a:lnR>
                    <a:lnT w="0">
                      <a:noFill/>
                    </a:lnT>
                    <a:lnB w="6350">
                      <a:solidFill>
                        <a:srgbClr val="D2D2D7"/>
                      </a:solidFill>
                      <a:prstDash val="solid"/>
                    </a:lnB>
                    <a:solidFill>
                      <a:srgbClr val="FFFFFF"/>
                    </a:solidFill>
                  </a:tcPr>
                </a:tc>
              </a:tr>
              <a:tr h="415925">
                <a:tc>
                  <a:txBody>
                    <a:bodyPr wrap="square" anchor="t" lIns="0" rIns="0" tIns="0" bIns="0">
                      <a:noAutofit/>
                    </a:bodyPr>
                    <a:lstStyle/>
                    <a:p>
                      <a:pPr algn="l">
                        <a:lnSpc>
                          <a:spcPts val="1650"/>
                        </a:lnSpc>
                        <a:spcBef>
                          <a:spcPts val="0"/>
                        </a:spcBef>
                        <a:spcAft>
                          <a:spcPts val="0"/>
                        </a:spcAft>
                        <a:defRPr sz="1100">
                          <a:latin typeface="SF Pro Text"/>
                        </a:defRPr>
                      </a:pPr>
                      <a:r>
                        <a:rPr sz="1100" b="0" i="0">
                          <a:solidFill>
                            <a:srgbClr val="3C3C3E"/>
                          </a:solidFill>
                          <a:latin typeface="SF Pro Text"/>
                        </a:rPr>
                        <a:t>Keep the PowerPoint check</a:t>
                      </a:r>
                    </a:p>
                  </a:txBody>
                  <a:tcPr marT="66675" marR="139700" marB="101600" marL="139700" anchor="t">
                    <a:lnL w="0">
                      <a:noFill/>
                    </a:lnL>
                    <a:lnR w="0">
                      <a:noFill/>
                    </a:lnR>
                    <a:lnT w="0">
                      <a:noFill/>
                    </a:lnT>
                    <a:lnB w="0">
                      <a:noFill/>
                    </a:lnB>
                    <a:solidFill>
                      <a:srgbClr val="FFFFFF"/>
                    </a:solidFill>
                  </a:tcPr>
                </a:tc>
                <a:tc>
                  <a:txBody>
                    <a:bodyPr wrap="square" anchor="t" lIns="0" rIns="0" tIns="0" bIns="0">
                      <a:noAutofit/>
                    </a:bodyPr>
                    <a:lstStyle/>
                    <a:p>
                      <a:pPr algn="l">
                        <a:lnSpc>
                          <a:spcPts val="1650"/>
                        </a:lnSpc>
                        <a:spcBef>
                          <a:spcPts val="0"/>
                        </a:spcBef>
                        <a:spcAft>
                          <a:spcPts val="0"/>
                        </a:spcAft>
                        <a:defRPr sz="1100">
                          <a:latin typeface="SF Pro Text"/>
                        </a:defRPr>
                      </a:pPr>
                      <a:r>
                        <a:rPr sz="1100" b="0" i="0">
                          <a:solidFill>
                            <a:srgbClr val="3C3C3E"/>
                          </a:solidFill>
                          <a:latin typeface="SF Pro Text"/>
                        </a:rPr>
                        <a:t>Presenting app</a:t>
                      </a:r>
                    </a:p>
                  </a:txBody>
                  <a:tcPr marT="66675" marR="139700" marB="101600" marL="139700" anchor="t">
                    <a:lnL w="0">
                      <a:noFill/>
                    </a:lnL>
                    <a:lnR w="0">
                      <a:noFill/>
                    </a:lnR>
                    <a:lnT w="0">
                      <a:noFill/>
                    </a:lnT>
                    <a:lnB w="0">
                      <a:noFill/>
                    </a:lnB>
                    <a:solidFill>
                      <a:srgbClr val="FFFFFF"/>
                    </a:solidFill>
                  </a:tcPr>
                </a:tc>
                <a:tc>
                  <a:txBody>
                    <a:bodyPr wrap="square" anchor="t" lIns="0" rIns="0" tIns="0" bIns="0">
                      <a:noAutofit/>
                    </a:bodyPr>
                    <a:lstStyle/>
                    <a:p>
                      <a:pPr algn="l">
                        <a:lnSpc>
                          <a:spcPts val="1650"/>
                        </a:lnSpc>
                        <a:spcBef>
                          <a:spcPts val="0"/>
                        </a:spcBef>
                        <a:spcAft>
                          <a:spcPts val="0"/>
                        </a:spcAft>
                        <a:defRPr sz="1100">
                          <a:latin typeface="SF Pro Text"/>
                        </a:defRPr>
                      </a:pPr>
                      <a:r>
                        <a:rPr sz="1100" b="0" i="0">
                          <a:solidFill>
                            <a:srgbClr val="3C3C3E"/>
                          </a:solidFill>
                          <a:latin typeface="SF Pro Text"/>
                        </a:rPr>
                        <a:t>Claude</a:t>
                      </a:r>
                    </a:p>
                  </a:txBody>
                  <a:tcPr marT="66675" marR="139700" marB="101600" marL="139700" anchor="t">
                    <a:lnL w="0">
                      <a:noFill/>
                    </a:lnL>
                    <a:lnR w="0">
                      <a:noFill/>
                    </a:lnR>
                    <a:lnT w="0">
                      <a:noFill/>
                    </a:lnT>
                    <a:lnB w="0">
                      <a:noFill/>
                    </a:lnB>
                    <a:solidFill>
                      <a:srgbClr val="FFFFFF"/>
                    </a:solidFill>
                  </a:tcPr>
                </a:tc>
                <a:tc>
                  <a:txBody>
                    <a:bodyPr wrap="square" anchor="t" lIns="0" rIns="0" tIns="0" bIns="0">
                      <a:noAutofit/>
                    </a:bodyPr>
                    <a:lstStyle/>
                    <a:p>
                      <a:pPr algn="l">
                        <a:lnSpc>
                          <a:spcPts val="1650"/>
                        </a:lnSpc>
                        <a:spcBef>
                          <a:spcPts val="0"/>
                        </a:spcBef>
                        <a:spcAft>
                          <a:spcPts val="0"/>
                        </a:spcAft>
                        <a:defRPr sz="1100">
                          <a:latin typeface="SF Pro Text"/>
                        </a:defRPr>
                      </a:pPr>
                      <a:r>
                        <a:rPr sz="1100" b="0" i="0">
                          <a:solidFill>
                            <a:srgbClr val="3C3C3E"/>
                          </a:solidFill>
                          <a:latin typeface="SF Pro Text"/>
                        </a:rPr>
                        <a:t>TBD</a:t>
                      </a:r>
                    </a:p>
                  </a:txBody>
                  <a:tcPr marT="66675" marR="139700" marB="101600" marL="139700" anchor="t">
                    <a:lnL w="0">
                      <a:noFill/>
                    </a:lnL>
                    <a:lnR w="0">
                      <a:noFill/>
                    </a:lnR>
                    <a:lnT w="0">
                      <a:noFill/>
                    </a:lnT>
                    <a:lnB w="0">
                      <a:noFill/>
                    </a:lnB>
                    <a:solidFill>
                      <a:srgbClr val="FFFFFF"/>
                    </a:solidFill>
                  </a:tcPr>
                </a:tc>
              </a:tr>
            </a:tbl>
          </a:graphicData>
        </a:graphic>
      </p:graphicFrame>
      <p:grpSp>
        <p:nvGrpSpPr>
          <p:cNvPr id="5" name="pilot ask"/>
          <p:cNvGrpSpPr/>
          <p:nvPr/>
        </p:nvGrpSpPr>
        <p:grpSpPr>
          <a:xfrm>
            <a:off x="571500" y="4000500"/>
            <a:ext cx="11049000" cy="1003300"/>
            <a:chOff x="571500" y="4000500"/>
            <a:chExt cx="11049000" cy="1003300"/>
          </a:xfrm>
        </p:grpSpPr>
        <p:sp>
          <p:nvSpPr>
            <p:cNvPr id="6" name="pilot ask · panel"/>
            <p:cNvSpPr/>
            <p:nvPr/>
          </p:nvSpPr>
          <p:spPr>
            <a:xfrm>
              <a:off x="571500" y="4000500"/>
              <a:ext cx="11049000" cy="1003300"/>
            </a:xfrm>
            <a:prstGeom prst="roundRect">
              <a:avLst>
                <a:gd name="adj" fmla="val 20253"/>
              </a:avLst>
            </a:prstGeom>
            <a:solidFill>
              <a:srgbClr val="FFFFFF"/>
            </a:solidFill>
            <a:ln>
              <a:noFill/>
            </a:ln>
            <a:effectLst/>
          </p:spPr>
          <p:txBody>
            <a:bodyPr rtlCol="0" anchor="ctr"/>
            <a:lstStyle/>
            <a:p>
              <a:pPr algn="ctr"/>
            </a:p>
          </p:txBody>
        </p:sp>
        <p:sp>
          <p:nvSpPr>
            <p:cNvPr id="7" name="pilot ask · section-heading"/>
            <p:cNvSpPr txBox="1"/>
            <p:nvPr/>
          </p:nvSpPr>
          <p:spPr>
            <a:xfrm>
              <a:off x="774700" y="4197350"/>
              <a:ext cx="10642600" cy="215900"/>
            </a:xfrm>
            <a:prstGeom prst="rect">
              <a:avLst/>
            </a:prstGeom>
            <a:noFill/>
          </p:spPr>
          <p:txBody>
            <a:bodyPr wrap="square" anchor="t" lIns="0" rIns="0" tIns="0" bIns="0">
              <a:noAutofit/>
            </a:bodyPr>
            <a:lstStyle/>
            <a:p>
              <a:pPr algn="l">
                <a:lnSpc>
                  <a:spcPts val="1700"/>
                </a:lnSpc>
                <a:spcBef>
                  <a:spcPts val="0"/>
                </a:spcBef>
                <a:spcAft>
                  <a:spcPts val="0"/>
                </a:spcAft>
                <a:defRPr sz="1400">
                  <a:latin typeface="SF Pro Text"/>
                </a:defRPr>
              </a:pPr>
              <a:r>
                <a:rPr sz="1400" b="1" i="0">
                  <a:solidFill>
                    <a:srgbClr val="3C3C3E"/>
                  </a:solidFill>
                  <a:latin typeface="SF Pro Text"/>
                </a:rPr>
                <a:t>Choose one live report; unlock the pilot.</a:t>
              </a:r>
            </a:p>
          </p:txBody>
        </p:sp>
        <p:sp>
          <p:nvSpPr>
            <p:cNvPr id="8" name="pilot ask · text"/>
            <p:cNvSpPr txBox="1"/>
            <p:nvPr/>
          </p:nvSpPr>
          <p:spPr>
            <a:xfrm>
              <a:off x="774700" y="4616450"/>
              <a:ext cx="10642600" cy="177800"/>
            </a:xfrm>
            <a:prstGeom prst="rect">
              <a:avLst/>
            </a:prstGeom>
            <a:noFill/>
          </p:spPr>
          <p:txBody>
            <a:bodyPr wrap="square" anchor="t" lIns="0" rIns="0" tIns="0" bIns="0">
              <a:noAutofit/>
            </a:bodyPr>
            <a:lstStyle/>
            <a:p>
              <a:pPr algn="l">
                <a:lnSpc>
                  <a:spcPts val="1400"/>
                </a:lnSpc>
                <a:spcBef>
                  <a:spcPts val="0"/>
                </a:spcBef>
                <a:spcAft>
                  <a:spcPts val="0"/>
                </a:spcAft>
                <a:defRPr sz="1100">
                  <a:latin typeface="SF Pro Text"/>
                </a:defRPr>
              </a:pPr>
              <a:r>
                <a:rPr sz="1100" b="0" i="0">
                  <a:solidFill>
                    <a:srgbClr val="3C3C3E"/>
                  </a:solidFill>
                  <a:latin typeface="SF Pro Text"/>
                </a:rPr>
                <a:t>Owner · date TBD</a:t>
              </a:r>
            </a:p>
          </p:txBody>
        </p:sp>
      </p:grpSp>
      <p:sp>
        <p:nvSpPr>
          <p:cNvPr id="9" name="footer footer-source"/>
          <p:cNvSpPr txBox="1"/>
          <p:nvPr/>
        </p:nvSpPr>
        <p:spPr>
          <a:xfrm>
            <a:off x="571500" y="6483350"/>
            <a:ext cx="8445500" cy="165100"/>
          </a:xfrm>
          <a:prstGeom prst="rect">
            <a:avLst/>
          </a:prstGeom>
          <a:noFill/>
        </p:spPr>
        <p:txBody>
          <a:bodyPr wrap="square" anchor="t" lIns="0" rIns="0" tIns="0" bIns="0">
            <a:noAutofit/>
          </a:bodyPr>
          <a:lstStyle/>
          <a:p>
            <a:pPr algn="l">
              <a:lnSpc>
                <a:spcPts val="1200"/>
              </a:lnSpc>
              <a:spcBef>
                <a:spcPts val="0"/>
              </a:spcBef>
              <a:spcAft>
                <a:spcPts val="0"/>
              </a:spcAft>
              <a:defRPr sz="900">
                <a:latin typeface="SF Pro Text"/>
              </a:defRPr>
            </a:pPr>
            <a:r>
              <a:rPr sz="900" b="0" i="0">
                <a:solidFill>
                  <a:srgbClr val="6E6E73"/>
                </a:solidFill>
                <a:latin typeface="SF Pro Text"/>
              </a:rPr>
              <a:t>Source: Report Slides skill · approved catalogue input</a:t>
            </a:r>
          </a:p>
        </p:txBody>
      </p:sp>
    </p:spTree>
  </p:cSld>
  <p:clrMapOvr>
    <a:masterClrMapping/>
  </p:clrMapOvr>
</p:sld>
</file>

<file path=ppt/theme/theme1.xml><?xml version="1.0" encoding="utf-8"?>
<a:theme xmlns:a="http://schemas.openxmlformats.org/drawingml/2006/main" name="Office Theme">
  <a:themeElements>
    <a:clrScheme name="Office">
      <a:dk1>
        <a:srgbClr val="3C3C3E"/>
      </a:dk1>
      <a:lt1>
        <a:srgbClr val="F3F2F5"/>
      </a:lt1>
      <a:dk2>
        <a:srgbClr val="3C3C3E"/>
      </a:dk2>
      <a:lt2>
        <a:srgbClr val="FFFFFF"/>
      </a:lt2>
      <a:accent1>
        <a:srgbClr val="0071E3"/>
      </a:accent1>
      <a:accent2>
        <a:srgbClr val="3C3C3E"/>
      </a:accent2>
      <a:accent3>
        <a:srgbClr val="3C3C3E"/>
      </a:accent3>
      <a:accent4>
        <a:srgbClr val="3C3C3E"/>
      </a:accent4>
      <a:accent5>
        <a:srgbClr val="3C3C3E"/>
      </a:accent5>
      <a:accent6>
        <a:srgbClr val="3C3C3E"/>
      </a:accent6>
      <a:hlink>
        <a:srgbClr val="0071E3"/>
      </a:hlink>
      <a:folHlink>
        <a:srgbClr val="6E6E73"/>
      </a:folHlink>
    </a:clrScheme>
    <a:fontScheme name="Office">
      <a:majorFont>
        <a:latin typeface="SF Pro Display"/>
        <a:ea typeface="SF Pro Display"/>
        <a:cs typeface="SF Pro Display"/>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F Pro Text"/>
        <a:ea typeface="SF Pro Text"/>
        <a:cs typeface="SF Pro Text"/>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